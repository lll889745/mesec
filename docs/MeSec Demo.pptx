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7"/>
  </p:notesMasterIdLst>
  <p:sldIdLst>
    <p:sldId id="301" r:id="rId2"/>
    <p:sldId id="307" r:id="rId3"/>
    <p:sldId id="308" r:id="rId4"/>
    <p:sldId id="310" r:id="rId5"/>
    <p:sldId id="311" r:id="rId6"/>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851A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6772" autoAdjust="0"/>
  </p:normalViewPr>
  <p:slideViewPr>
    <p:cSldViewPr snapToGrid="0">
      <p:cViewPr varScale="1">
        <p:scale>
          <a:sx n="95" d="100"/>
          <a:sy n="95" d="100"/>
        </p:scale>
        <p:origin x="632" y="8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notesMaster" Target="notesMasters/notesMaster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viewProps" Target="viewProps.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7435063A-4E4F-4067-870B-5AC42AF0D388}" type="doc">
      <dgm:prSet loTypeId="urn:microsoft.com/office/officeart/2009/layout/CirclePictureHierarchy" loCatId="hierarchy" qsTypeId="urn:microsoft.com/office/officeart/2005/8/quickstyle/simple1" qsCatId="simple" csTypeId="urn:microsoft.com/office/officeart/2005/8/colors/accent1_2" csCatId="accent1" phldr="1"/>
      <dgm:spPr/>
      <dgm:t>
        <a:bodyPr/>
        <a:lstStyle/>
        <a:p>
          <a:endParaRPr lang="zh-CN" altLang="en-US"/>
        </a:p>
      </dgm:t>
    </dgm:pt>
    <dgm:pt modelId="{00C9491D-FEDF-4559-BDE5-54BA1ACF0EC3}">
      <dgm:prSet phldrT="[文本]"/>
      <dgm:spPr/>
      <dgm:t>
        <a:bodyPr/>
        <a:lstStyle/>
        <a:p>
          <a:r>
            <a:rPr lang="en-US" altLang="zh-CN" dirty="0"/>
            <a:t> </a:t>
          </a:r>
          <a:endParaRPr lang="zh-CN" altLang="en-US" dirty="0"/>
        </a:p>
      </dgm:t>
    </dgm:pt>
    <dgm:pt modelId="{1BFF5162-1579-4AD7-B90E-7E8792CCBE4B}" type="parTrans" cxnId="{C1AB4520-B7BD-4CC8-89D8-C7585DFFDCE7}">
      <dgm:prSet/>
      <dgm:spPr/>
      <dgm:t>
        <a:bodyPr/>
        <a:lstStyle/>
        <a:p>
          <a:endParaRPr lang="zh-CN" altLang="en-US"/>
        </a:p>
      </dgm:t>
    </dgm:pt>
    <dgm:pt modelId="{4214F249-CD59-44C0-8204-3D45A6D494BD}" type="sibTrans" cxnId="{C1AB4520-B7BD-4CC8-89D8-C7585DFFDCE7}">
      <dgm:prSet/>
      <dgm:spPr/>
      <dgm:t>
        <a:bodyPr/>
        <a:lstStyle/>
        <a:p>
          <a:endParaRPr lang="zh-CN" altLang="en-US"/>
        </a:p>
      </dgm:t>
    </dgm:pt>
    <dgm:pt modelId="{C696BCA0-603B-41B6-8B65-94BE5F266D8B}">
      <dgm:prSet phldrT="[文本]"/>
      <dgm:spPr/>
      <dgm:t>
        <a:bodyPr/>
        <a:lstStyle/>
        <a:p>
          <a:r>
            <a:rPr lang="en-US" altLang="zh-CN" dirty="0"/>
            <a:t> </a:t>
          </a:r>
          <a:endParaRPr lang="zh-CN" altLang="en-US" dirty="0"/>
        </a:p>
      </dgm:t>
    </dgm:pt>
    <dgm:pt modelId="{F7FBA0EA-DA5C-4AB0-9F27-D2C424AE9468}" type="parTrans" cxnId="{1E393A3D-BE4C-46D4-8EA6-7F2A95A10308}">
      <dgm:prSet/>
      <dgm:spPr/>
      <dgm:t>
        <a:bodyPr/>
        <a:lstStyle/>
        <a:p>
          <a:endParaRPr lang="zh-CN" altLang="en-US"/>
        </a:p>
      </dgm:t>
    </dgm:pt>
    <dgm:pt modelId="{5E9E349F-13FA-4F9E-A5AA-6EB0839636A2}" type="sibTrans" cxnId="{1E393A3D-BE4C-46D4-8EA6-7F2A95A10308}">
      <dgm:prSet/>
      <dgm:spPr/>
      <dgm:t>
        <a:bodyPr/>
        <a:lstStyle/>
        <a:p>
          <a:endParaRPr lang="zh-CN" altLang="en-US"/>
        </a:p>
      </dgm:t>
    </dgm:pt>
    <dgm:pt modelId="{35E342D6-A0A1-4DDE-8B9A-4C261DC70606}">
      <dgm:prSet phldrT="[文本]"/>
      <dgm:spPr/>
      <dgm:t>
        <a:bodyPr/>
        <a:lstStyle/>
        <a:p>
          <a:r>
            <a:rPr lang="en-US" altLang="zh-CN" dirty="0"/>
            <a:t> </a:t>
          </a:r>
          <a:endParaRPr lang="zh-CN" altLang="en-US" dirty="0"/>
        </a:p>
      </dgm:t>
    </dgm:pt>
    <dgm:pt modelId="{2A086249-24E3-42B4-BDBB-9B9E940EC8B3}" type="parTrans" cxnId="{F1E296D8-F8AE-4480-8926-6D30AF6C1DD9}">
      <dgm:prSet/>
      <dgm:spPr/>
      <dgm:t>
        <a:bodyPr/>
        <a:lstStyle/>
        <a:p>
          <a:endParaRPr lang="zh-CN" altLang="en-US"/>
        </a:p>
      </dgm:t>
    </dgm:pt>
    <dgm:pt modelId="{9CD5E69B-BEA3-49FC-91FC-03ABCE6A5074}" type="sibTrans" cxnId="{F1E296D8-F8AE-4480-8926-6D30AF6C1DD9}">
      <dgm:prSet/>
      <dgm:spPr/>
      <dgm:t>
        <a:bodyPr/>
        <a:lstStyle/>
        <a:p>
          <a:endParaRPr lang="zh-CN" altLang="en-US"/>
        </a:p>
      </dgm:t>
    </dgm:pt>
    <dgm:pt modelId="{E1545FAC-303A-45AA-94DD-0891C7221C8F}">
      <dgm:prSet phldrT="[文本]"/>
      <dgm:spPr/>
      <dgm:t>
        <a:bodyPr/>
        <a:lstStyle/>
        <a:p>
          <a:r>
            <a:rPr lang="en-US" altLang="zh-CN" dirty="0"/>
            <a:t> </a:t>
          </a:r>
          <a:endParaRPr lang="zh-CN" altLang="en-US" dirty="0"/>
        </a:p>
      </dgm:t>
    </dgm:pt>
    <dgm:pt modelId="{AD99C125-DB41-40FB-A9F6-7501525C00B0}" type="parTrans" cxnId="{CA5283F1-4A2E-40F9-9C97-5114E75D1B3C}">
      <dgm:prSet/>
      <dgm:spPr/>
      <dgm:t>
        <a:bodyPr/>
        <a:lstStyle/>
        <a:p>
          <a:endParaRPr lang="zh-CN" altLang="en-US"/>
        </a:p>
      </dgm:t>
    </dgm:pt>
    <dgm:pt modelId="{50466D37-BAC1-4B53-963D-222EA95C0408}" type="sibTrans" cxnId="{CA5283F1-4A2E-40F9-9C97-5114E75D1B3C}">
      <dgm:prSet/>
      <dgm:spPr/>
      <dgm:t>
        <a:bodyPr/>
        <a:lstStyle/>
        <a:p>
          <a:endParaRPr lang="zh-CN" altLang="en-US"/>
        </a:p>
      </dgm:t>
    </dgm:pt>
    <dgm:pt modelId="{30EF17E8-83AD-464F-A0E8-F4ECA296C51A}">
      <dgm:prSet phldrT="[文本]"/>
      <dgm:spPr/>
      <dgm:t>
        <a:bodyPr/>
        <a:lstStyle/>
        <a:p>
          <a:r>
            <a:rPr lang="en-US" altLang="zh-CN" dirty="0"/>
            <a:t> </a:t>
          </a:r>
          <a:endParaRPr lang="zh-CN" altLang="en-US" dirty="0"/>
        </a:p>
      </dgm:t>
    </dgm:pt>
    <dgm:pt modelId="{01FA064A-4A80-4C73-99C2-A302FEC40698}" type="parTrans" cxnId="{D1795284-177D-4C8D-89B4-E92DFDACBC6D}">
      <dgm:prSet/>
      <dgm:spPr/>
      <dgm:t>
        <a:bodyPr/>
        <a:lstStyle/>
        <a:p>
          <a:endParaRPr lang="zh-CN" altLang="en-US"/>
        </a:p>
      </dgm:t>
    </dgm:pt>
    <dgm:pt modelId="{C517C4E4-D8D2-4413-B034-1E0B53D7095F}" type="sibTrans" cxnId="{D1795284-177D-4C8D-89B4-E92DFDACBC6D}">
      <dgm:prSet/>
      <dgm:spPr/>
      <dgm:t>
        <a:bodyPr/>
        <a:lstStyle/>
        <a:p>
          <a:endParaRPr lang="zh-CN" altLang="en-US"/>
        </a:p>
      </dgm:t>
    </dgm:pt>
    <dgm:pt modelId="{326EC2A8-776D-45F5-BEEC-38FC3C5F895E}">
      <dgm:prSet phldrT="[文本]"/>
      <dgm:spPr/>
      <dgm:t>
        <a:bodyPr/>
        <a:lstStyle/>
        <a:p>
          <a:r>
            <a:rPr lang="en-US" altLang="zh-CN" dirty="0"/>
            <a:t> </a:t>
          </a:r>
          <a:endParaRPr lang="zh-CN" altLang="en-US" dirty="0"/>
        </a:p>
      </dgm:t>
    </dgm:pt>
    <dgm:pt modelId="{7DEA89C9-D5B5-4C2A-B504-0BE2E03B9CB6}" type="sibTrans" cxnId="{B4CA80D4-F9A4-4EB9-A8A7-C55544633D3B}">
      <dgm:prSet/>
      <dgm:spPr/>
      <dgm:t>
        <a:bodyPr/>
        <a:lstStyle/>
        <a:p>
          <a:endParaRPr lang="zh-CN" altLang="en-US"/>
        </a:p>
      </dgm:t>
    </dgm:pt>
    <dgm:pt modelId="{B8045ADC-DEBC-458A-B6FE-0D78F0D923F4}" type="parTrans" cxnId="{B4CA80D4-F9A4-4EB9-A8A7-C55544633D3B}">
      <dgm:prSet/>
      <dgm:spPr/>
      <dgm:t>
        <a:bodyPr/>
        <a:lstStyle/>
        <a:p>
          <a:endParaRPr lang="zh-CN" altLang="en-US"/>
        </a:p>
      </dgm:t>
    </dgm:pt>
    <dgm:pt modelId="{CBF9B3E5-6397-49DD-B767-82EADB8F65FB}" type="pres">
      <dgm:prSet presAssocID="{7435063A-4E4F-4067-870B-5AC42AF0D388}" presName="hierChild1" presStyleCnt="0">
        <dgm:presLayoutVars>
          <dgm:chPref val="1"/>
          <dgm:dir/>
          <dgm:animOne val="branch"/>
          <dgm:animLvl val="lvl"/>
          <dgm:resizeHandles/>
        </dgm:presLayoutVars>
      </dgm:prSet>
      <dgm:spPr/>
    </dgm:pt>
    <dgm:pt modelId="{10BEF365-49F7-48F2-8BFA-0BAE10272273}" type="pres">
      <dgm:prSet presAssocID="{326EC2A8-776D-45F5-BEEC-38FC3C5F895E}" presName="hierRoot1" presStyleCnt="0"/>
      <dgm:spPr/>
    </dgm:pt>
    <dgm:pt modelId="{22AE75F3-4222-4EA4-9554-23C3990DBB51}" type="pres">
      <dgm:prSet presAssocID="{326EC2A8-776D-45F5-BEEC-38FC3C5F895E}" presName="composite" presStyleCnt="0"/>
      <dgm:spPr/>
    </dgm:pt>
    <dgm:pt modelId="{15A759E6-3D8F-489B-8217-E4FC600D8C53}" type="pres">
      <dgm:prSet presAssocID="{326EC2A8-776D-45F5-BEEC-38FC3C5F895E}" presName="image" presStyleLbl="node0" presStyleIdx="0" presStyleCnt="1"/>
      <dgm:spPr>
        <a:xfrm>
          <a:off x="3492499" y="866563"/>
          <a:ext cx="1016000" cy="1016000"/>
        </a:xfrm>
        <a:prstGeom prst="ellipse">
          <a:avLst/>
        </a:prstGeom>
        <a:solidFill>
          <a:srgbClr val="FFC000"/>
        </a:solidFill>
        <a:ln w="12700" cap="flat" cmpd="sng" algn="ctr">
          <a:solidFill>
            <a:prstClr val="white">
              <a:hueOff val="0"/>
              <a:satOff val="0"/>
              <a:lumOff val="0"/>
              <a:alphaOff val="0"/>
            </a:prstClr>
          </a:solidFill>
          <a:prstDash val="solid"/>
          <a:miter lim="800000"/>
        </a:ln>
        <a:effectLst/>
      </dgm:spPr>
    </dgm:pt>
    <dgm:pt modelId="{5D259277-A0F4-4DCE-BB29-0E14AB9B620F}" type="pres">
      <dgm:prSet presAssocID="{326EC2A8-776D-45F5-BEEC-38FC3C5F895E}" presName="text" presStyleLbl="revTx" presStyleIdx="0" presStyleCnt="6">
        <dgm:presLayoutVars>
          <dgm:chPref val="3"/>
        </dgm:presLayoutVars>
      </dgm:prSet>
      <dgm:spPr/>
    </dgm:pt>
    <dgm:pt modelId="{98F56AC9-4074-4012-AEF1-5BB3A4142B08}" type="pres">
      <dgm:prSet presAssocID="{326EC2A8-776D-45F5-BEEC-38FC3C5F895E}" presName="hierChild2" presStyleCnt="0"/>
      <dgm:spPr/>
    </dgm:pt>
    <dgm:pt modelId="{360FABC3-0793-4CB2-95B5-2C1DD740C35D}" type="pres">
      <dgm:prSet presAssocID="{1BFF5162-1579-4AD7-B90E-7E8792CCBE4B}" presName="Name10" presStyleLbl="parChTrans1D2" presStyleIdx="0" presStyleCnt="2"/>
      <dgm:spPr/>
    </dgm:pt>
    <dgm:pt modelId="{3B96AC71-AD71-4DDC-BAFE-1404C49894CA}" type="pres">
      <dgm:prSet presAssocID="{00C9491D-FEDF-4559-BDE5-54BA1ACF0EC3}" presName="hierRoot2" presStyleCnt="0"/>
      <dgm:spPr/>
    </dgm:pt>
    <dgm:pt modelId="{0955679D-3A5B-4939-B028-A1C700014E98}" type="pres">
      <dgm:prSet presAssocID="{00C9491D-FEDF-4559-BDE5-54BA1ACF0EC3}" presName="composite2" presStyleCnt="0"/>
      <dgm:spPr/>
    </dgm:pt>
    <dgm:pt modelId="{001FE441-252F-41D1-8DAF-FAB138ED6CCE}" type="pres">
      <dgm:prSet presAssocID="{00C9491D-FEDF-4559-BDE5-54BA1ACF0EC3}" presName="image2" presStyleLbl="node2" presStyleIdx="0" presStyleCnt="2"/>
      <dgm:spPr>
        <a:xfrm>
          <a:off x="1396999" y="2202603"/>
          <a:ext cx="1016000" cy="1016000"/>
        </a:xfrm>
        <a:prstGeom prst="ellipse">
          <a:avLst/>
        </a:prstGeom>
        <a:solidFill>
          <a:srgbClr val="1851A3"/>
        </a:solidFill>
        <a:ln w="12700" cap="flat" cmpd="sng" algn="ctr">
          <a:solidFill>
            <a:prstClr val="white">
              <a:hueOff val="0"/>
              <a:satOff val="0"/>
              <a:lumOff val="0"/>
              <a:alphaOff val="0"/>
            </a:prstClr>
          </a:solidFill>
          <a:prstDash val="solid"/>
          <a:miter lim="800000"/>
        </a:ln>
        <a:effectLst/>
      </dgm:spPr>
    </dgm:pt>
    <dgm:pt modelId="{F065C6A7-8FB5-40B7-81DA-62BF02C2A1C1}" type="pres">
      <dgm:prSet presAssocID="{00C9491D-FEDF-4559-BDE5-54BA1ACF0EC3}" presName="text2" presStyleLbl="revTx" presStyleIdx="1" presStyleCnt="6">
        <dgm:presLayoutVars>
          <dgm:chPref val="3"/>
        </dgm:presLayoutVars>
      </dgm:prSet>
      <dgm:spPr/>
    </dgm:pt>
    <dgm:pt modelId="{4250F1DC-EEF7-4FA8-897A-CD5459006A62}" type="pres">
      <dgm:prSet presAssocID="{00C9491D-FEDF-4559-BDE5-54BA1ACF0EC3}" presName="hierChild3" presStyleCnt="0"/>
      <dgm:spPr/>
    </dgm:pt>
    <dgm:pt modelId="{13053090-847F-4F43-949D-3950606FAF01}" type="pres">
      <dgm:prSet presAssocID="{F7FBA0EA-DA5C-4AB0-9F27-D2C424AE9468}" presName="Name17" presStyleLbl="parChTrans1D3" presStyleIdx="0" presStyleCnt="3"/>
      <dgm:spPr/>
    </dgm:pt>
    <dgm:pt modelId="{C694D317-6177-47BC-B941-EA9E5E8E52E2}" type="pres">
      <dgm:prSet presAssocID="{C696BCA0-603B-41B6-8B65-94BE5F266D8B}" presName="hierRoot3" presStyleCnt="0"/>
      <dgm:spPr/>
    </dgm:pt>
    <dgm:pt modelId="{81F5F4E3-B953-4715-8A96-E53A3DFEF212}" type="pres">
      <dgm:prSet presAssocID="{C696BCA0-603B-41B6-8B65-94BE5F266D8B}" presName="composite3" presStyleCnt="0"/>
      <dgm:spPr/>
    </dgm:pt>
    <dgm:pt modelId="{714FBB8F-0077-4830-B148-7EC66872EC4B}" type="pres">
      <dgm:prSet presAssocID="{C696BCA0-603B-41B6-8B65-94BE5F266D8B}" presName="image3" presStyleLbl="node3" presStyleIdx="0" presStyleCnt="3"/>
      <dgm:spPr>
        <a:solidFill>
          <a:srgbClr val="1851A3"/>
        </a:solidFill>
      </dgm:spPr>
    </dgm:pt>
    <dgm:pt modelId="{DB0A0E67-BA1F-4DEA-8C80-68B79752CBB1}" type="pres">
      <dgm:prSet presAssocID="{C696BCA0-603B-41B6-8B65-94BE5F266D8B}" presName="text3" presStyleLbl="revTx" presStyleIdx="2" presStyleCnt="6">
        <dgm:presLayoutVars>
          <dgm:chPref val="3"/>
        </dgm:presLayoutVars>
      </dgm:prSet>
      <dgm:spPr/>
    </dgm:pt>
    <dgm:pt modelId="{746D005B-9EF2-4DE1-87B7-AAE9E3038B4A}" type="pres">
      <dgm:prSet presAssocID="{C696BCA0-603B-41B6-8B65-94BE5F266D8B}" presName="hierChild4" presStyleCnt="0"/>
      <dgm:spPr/>
    </dgm:pt>
    <dgm:pt modelId="{69769F76-61ED-438D-8693-87FD6AEC3C48}" type="pres">
      <dgm:prSet presAssocID="{2A086249-24E3-42B4-BDBB-9B9E940EC8B3}" presName="Name17" presStyleLbl="parChTrans1D3" presStyleIdx="1" presStyleCnt="3"/>
      <dgm:spPr/>
    </dgm:pt>
    <dgm:pt modelId="{4367B339-E968-4D50-869F-88E316A0B0DA}" type="pres">
      <dgm:prSet presAssocID="{35E342D6-A0A1-4DDE-8B9A-4C261DC70606}" presName="hierRoot3" presStyleCnt="0"/>
      <dgm:spPr/>
    </dgm:pt>
    <dgm:pt modelId="{66F4412D-484D-4175-B407-399AB2393AD9}" type="pres">
      <dgm:prSet presAssocID="{35E342D6-A0A1-4DDE-8B9A-4C261DC70606}" presName="composite3" presStyleCnt="0"/>
      <dgm:spPr/>
    </dgm:pt>
    <dgm:pt modelId="{625DA878-34C8-44BB-A352-F5E11EC21CF7}" type="pres">
      <dgm:prSet presAssocID="{35E342D6-A0A1-4DDE-8B9A-4C261DC70606}" presName="image3" presStyleLbl="node3" presStyleIdx="1" presStyleCnt="3"/>
      <dgm:spPr>
        <a:xfrm>
          <a:off x="2793999" y="3538643"/>
          <a:ext cx="1016000" cy="1016000"/>
        </a:xfrm>
        <a:prstGeom prst="ellipse">
          <a:avLst/>
        </a:prstGeom>
        <a:solidFill>
          <a:srgbClr val="FFC000"/>
        </a:solidFill>
        <a:ln w="12700" cap="flat" cmpd="sng" algn="ctr">
          <a:solidFill>
            <a:prstClr val="white">
              <a:hueOff val="0"/>
              <a:satOff val="0"/>
              <a:lumOff val="0"/>
              <a:alphaOff val="0"/>
            </a:prstClr>
          </a:solidFill>
          <a:prstDash val="solid"/>
          <a:miter lim="800000"/>
        </a:ln>
        <a:effectLst/>
      </dgm:spPr>
    </dgm:pt>
    <dgm:pt modelId="{5060F322-406F-4CE0-9161-E23D51027E50}" type="pres">
      <dgm:prSet presAssocID="{35E342D6-A0A1-4DDE-8B9A-4C261DC70606}" presName="text3" presStyleLbl="revTx" presStyleIdx="3" presStyleCnt="6">
        <dgm:presLayoutVars>
          <dgm:chPref val="3"/>
        </dgm:presLayoutVars>
      </dgm:prSet>
      <dgm:spPr/>
    </dgm:pt>
    <dgm:pt modelId="{F5D2ECE3-CEF7-455A-8105-2A7F84A08566}" type="pres">
      <dgm:prSet presAssocID="{35E342D6-A0A1-4DDE-8B9A-4C261DC70606}" presName="hierChild4" presStyleCnt="0"/>
      <dgm:spPr/>
    </dgm:pt>
    <dgm:pt modelId="{4863ADC1-A91E-4325-B359-385F7657A35A}" type="pres">
      <dgm:prSet presAssocID="{AD99C125-DB41-40FB-A9F6-7501525C00B0}" presName="Name10" presStyleLbl="parChTrans1D2" presStyleIdx="1" presStyleCnt="2"/>
      <dgm:spPr/>
    </dgm:pt>
    <dgm:pt modelId="{97F304FD-171D-46B8-B645-65917F468FDD}" type="pres">
      <dgm:prSet presAssocID="{E1545FAC-303A-45AA-94DD-0891C7221C8F}" presName="hierRoot2" presStyleCnt="0"/>
      <dgm:spPr/>
    </dgm:pt>
    <dgm:pt modelId="{F3B19809-6667-4889-95DA-EBD8BDDBFEFB}" type="pres">
      <dgm:prSet presAssocID="{E1545FAC-303A-45AA-94DD-0891C7221C8F}" presName="composite2" presStyleCnt="0"/>
      <dgm:spPr/>
    </dgm:pt>
    <dgm:pt modelId="{94A9747C-54AE-41AC-A34B-B7E8E6DF7D00}" type="pres">
      <dgm:prSet presAssocID="{E1545FAC-303A-45AA-94DD-0891C7221C8F}" presName="image2" presStyleLbl="node2" presStyleIdx="1" presStyleCnt="2"/>
      <dgm:spPr>
        <a:xfrm>
          <a:off x="5587999" y="2202603"/>
          <a:ext cx="1016000" cy="1016000"/>
        </a:xfrm>
        <a:prstGeom prst="ellipse">
          <a:avLst/>
        </a:prstGeom>
        <a:solidFill>
          <a:srgbClr val="1851A3"/>
        </a:solidFill>
        <a:ln w="12700" cap="flat" cmpd="sng" algn="ctr">
          <a:solidFill>
            <a:prstClr val="white">
              <a:hueOff val="0"/>
              <a:satOff val="0"/>
              <a:lumOff val="0"/>
              <a:alphaOff val="0"/>
            </a:prstClr>
          </a:solidFill>
          <a:prstDash val="solid"/>
          <a:miter lim="800000"/>
        </a:ln>
        <a:effectLst/>
      </dgm:spPr>
    </dgm:pt>
    <dgm:pt modelId="{F8ED171E-DEDF-4D2C-BD74-242F49ADCE5F}" type="pres">
      <dgm:prSet presAssocID="{E1545FAC-303A-45AA-94DD-0891C7221C8F}" presName="text2" presStyleLbl="revTx" presStyleIdx="4" presStyleCnt="6">
        <dgm:presLayoutVars>
          <dgm:chPref val="3"/>
        </dgm:presLayoutVars>
      </dgm:prSet>
      <dgm:spPr/>
    </dgm:pt>
    <dgm:pt modelId="{352E6D63-D11E-4097-9278-81EF95279310}" type="pres">
      <dgm:prSet presAssocID="{E1545FAC-303A-45AA-94DD-0891C7221C8F}" presName="hierChild3" presStyleCnt="0"/>
      <dgm:spPr/>
    </dgm:pt>
    <dgm:pt modelId="{52904E01-4B42-452F-BA48-88670883E68F}" type="pres">
      <dgm:prSet presAssocID="{01FA064A-4A80-4C73-99C2-A302FEC40698}" presName="Name17" presStyleLbl="parChTrans1D3" presStyleIdx="2" presStyleCnt="3"/>
      <dgm:spPr/>
    </dgm:pt>
    <dgm:pt modelId="{0E252F33-72E3-4B4A-A52C-188E6A6A556C}" type="pres">
      <dgm:prSet presAssocID="{30EF17E8-83AD-464F-A0E8-F4ECA296C51A}" presName="hierRoot3" presStyleCnt="0"/>
      <dgm:spPr/>
    </dgm:pt>
    <dgm:pt modelId="{A1DC98E6-4672-4909-B63C-CA555E5CEFA1}" type="pres">
      <dgm:prSet presAssocID="{30EF17E8-83AD-464F-A0E8-F4ECA296C51A}" presName="composite3" presStyleCnt="0"/>
      <dgm:spPr/>
    </dgm:pt>
    <dgm:pt modelId="{B182AD4C-80C6-483B-9A8B-DA3321C854F8}" type="pres">
      <dgm:prSet presAssocID="{30EF17E8-83AD-464F-A0E8-F4ECA296C51A}" presName="image3" presStyleLbl="node3" presStyleIdx="2" presStyleCnt="3"/>
      <dgm:spPr>
        <a:xfrm>
          <a:off x="5587999" y="3538643"/>
          <a:ext cx="1016000" cy="1016000"/>
        </a:xfrm>
        <a:prstGeom prst="ellipse">
          <a:avLst/>
        </a:prstGeom>
        <a:solidFill>
          <a:srgbClr val="1851A3"/>
        </a:solidFill>
        <a:ln w="12700" cap="flat" cmpd="sng" algn="ctr">
          <a:solidFill>
            <a:prstClr val="white">
              <a:hueOff val="0"/>
              <a:satOff val="0"/>
              <a:lumOff val="0"/>
              <a:alphaOff val="0"/>
            </a:prstClr>
          </a:solidFill>
          <a:prstDash val="solid"/>
          <a:miter lim="800000"/>
        </a:ln>
        <a:effectLst/>
      </dgm:spPr>
    </dgm:pt>
    <dgm:pt modelId="{C524FE84-D3A8-4179-B645-BEF2F51295DF}" type="pres">
      <dgm:prSet presAssocID="{30EF17E8-83AD-464F-A0E8-F4ECA296C51A}" presName="text3" presStyleLbl="revTx" presStyleIdx="5" presStyleCnt="6">
        <dgm:presLayoutVars>
          <dgm:chPref val="3"/>
        </dgm:presLayoutVars>
      </dgm:prSet>
      <dgm:spPr/>
    </dgm:pt>
    <dgm:pt modelId="{4BB95C35-EF4B-47AA-9BED-A992ADE1600F}" type="pres">
      <dgm:prSet presAssocID="{30EF17E8-83AD-464F-A0E8-F4ECA296C51A}" presName="hierChild4" presStyleCnt="0"/>
      <dgm:spPr/>
    </dgm:pt>
  </dgm:ptLst>
  <dgm:cxnLst>
    <dgm:cxn modelId="{3EE44D09-5A50-4226-A4F7-D6CDF011A2F1}" type="presOf" srcId="{2A086249-24E3-42B4-BDBB-9B9E940EC8B3}" destId="{69769F76-61ED-438D-8693-87FD6AEC3C48}" srcOrd="0" destOrd="0" presId="urn:microsoft.com/office/officeart/2009/layout/CirclePictureHierarchy"/>
    <dgm:cxn modelId="{BC193D0B-3271-4AF5-BC4B-6855E38A866C}" type="presOf" srcId="{F7FBA0EA-DA5C-4AB0-9F27-D2C424AE9468}" destId="{13053090-847F-4F43-949D-3950606FAF01}" srcOrd="0" destOrd="0" presId="urn:microsoft.com/office/officeart/2009/layout/CirclePictureHierarchy"/>
    <dgm:cxn modelId="{A030AD1A-22BB-484B-A793-A7AA99AFD043}" type="presOf" srcId="{01FA064A-4A80-4C73-99C2-A302FEC40698}" destId="{52904E01-4B42-452F-BA48-88670883E68F}" srcOrd="0" destOrd="0" presId="urn:microsoft.com/office/officeart/2009/layout/CirclePictureHierarchy"/>
    <dgm:cxn modelId="{C1AB4520-B7BD-4CC8-89D8-C7585DFFDCE7}" srcId="{326EC2A8-776D-45F5-BEEC-38FC3C5F895E}" destId="{00C9491D-FEDF-4559-BDE5-54BA1ACF0EC3}" srcOrd="0" destOrd="0" parTransId="{1BFF5162-1579-4AD7-B90E-7E8792CCBE4B}" sibTransId="{4214F249-CD59-44C0-8204-3D45A6D494BD}"/>
    <dgm:cxn modelId="{1E393A3D-BE4C-46D4-8EA6-7F2A95A10308}" srcId="{00C9491D-FEDF-4559-BDE5-54BA1ACF0EC3}" destId="{C696BCA0-603B-41B6-8B65-94BE5F266D8B}" srcOrd="0" destOrd="0" parTransId="{F7FBA0EA-DA5C-4AB0-9F27-D2C424AE9468}" sibTransId="{5E9E349F-13FA-4F9E-A5AA-6EB0839636A2}"/>
    <dgm:cxn modelId="{6F36F644-903E-45C1-99F9-11B0990D9B0A}" type="presOf" srcId="{E1545FAC-303A-45AA-94DD-0891C7221C8F}" destId="{F8ED171E-DEDF-4D2C-BD74-242F49ADCE5F}" srcOrd="0" destOrd="0" presId="urn:microsoft.com/office/officeart/2009/layout/CirclePictureHierarchy"/>
    <dgm:cxn modelId="{66B06F56-0A4C-4666-9F53-781183C0F245}" type="presOf" srcId="{30EF17E8-83AD-464F-A0E8-F4ECA296C51A}" destId="{C524FE84-D3A8-4179-B645-BEF2F51295DF}" srcOrd="0" destOrd="0" presId="urn:microsoft.com/office/officeart/2009/layout/CirclePictureHierarchy"/>
    <dgm:cxn modelId="{D1795284-177D-4C8D-89B4-E92DFDACBC6D}" srcId="{E1545FAC-303A-45AA-94DD-0891C7221C8F}" destId="{30EF17E8-83AD-464F-A0E8-F4ECA296C51A}" srcOrd="0" destOrd="0" parTransId="{01FA064A-4A80-4C73-99C2-A302FEC40698}" sibTransId="{C517C4E4-D8D2-4413-B034-1E0B53D7095F}"/>
    <dgm:cxn modelId="{611F3686-C28B-47AE-B5AD-924AE35C4CC2}" type="presOf" srcId="{326EC2A8-776D-45F5-BEEC-38FC3C5F895E}" destId="{5D259277-A0F4-4DCE-BB29-0E14AB9B620F}" srcOrd="0" destOrd="0" presId="urn:microsoft.com/office/officeart/2009/layout/CirclePictureHierarchy"/>
    <dgm:cxn modelId="{7E313FAA-0DA6-4ED1-9649-AD0F796EDB00}" type="presOf" srcId="{35E342D6-A0A1-4DDE-8B9A-4C261DC70606}" destId="{5060F322-406F-4CE0-9161-E23D51027E50}" srcOrd="0" destOrd="0" presId="urn:microsoft.com/office/officeart/2009/layout/CirclePictureHierarchy"/>
    <dgm:cxn modelId="{8EABC6CA-2ADE-4065-A7A4-9ED665F28F20}" type="presOf" srcId="{1BFF5162-1579-4AD7-B90E-7E8792CCBE4B}" destId="{360FABC3-0793-4CB2-95B5-2C1DD740C35D}" srcOrd="0" destOrd="0" presId="urn:microsoft.com/office/officeart/2009/layout/CirclePictureHierarchy"/>
    <dgm:cxn modelId="{A62A67CD-2E8F-4E10-9FCA-7F8E96CAA56A}" type="presOf" srcId="{00C9491D-FEDF-4559-BDE5-54BA1ACF0EC3}" destId="{F065C6A7-8FB5-40B7-81DA-62BF02C2A1C1}" srcOrd="0" destOrd="0" presId="urn:microsoft.com/office/officeart/2009/layout/CirclePictureHierarchy"/>
    <dgm:cxn modelId="{B4CA80D4-F9A4-4EB9-A8A7-C55544633D3B}" srcId="{7435063A-4E4F-4067-870B-5AC42AF0D388}" destId="{326EC2A8-776D-45F5-BEEC-38FC3C5F895E}" srcOrd="0" destOrd="0" parTransId="{B8045ADC-DEBC-458A-B6FE-0D78F0D923F4}" sibTransId="{7DEA89C9-D5B5-4C2A-B504-0BE2E03B9CB6}"/>
    <dgm:cxn modelId="{5246E8D6-6F3F-4AD0-B1DF-42E62EE6DD41}" type="presOf" srcId="{7435063A-4E4F-4067-870B-5AC42AF0D388}" destId="{CBF9B3E5-6397-49DD-B767-82EADB8F65FB}" srcOrd="0" destOrd="0" presId="urn:microsoft.com/office/officeart/2009/layout/CirclePictureHierarchy"/>
    <dgm:cxn modelId="{F1E296D8-F8AE-4480-8926-6D30AF6C1DD9}" srcId="{00C9491D-FEDF-4559-BDE5-54BA1ACF0EC3}" destId="{35E342D6-A0A1-4DDE-8B9A-4C261DC70606}" srcOrd="1" destOrd="0" parTransId="{2A086249-24E3-42B4-BDBB-9B9E940EC8B3}" sibTransId="{9CD5E69B-BEA3-49FC-91FC-03ABCE6A5074}"/>
    <dgm:cxn modelId="{7507FEE5-D47E-48F0-B877-637164DA8331}" type="presOf" srcId="{C696BCA0-603B-41B6-8B65-94BE5F266D8B}" destId="{DB0A0E67-BA1F-4DEA-8C80-68B79752CBB1}" srcOrd="0" destOrd="0" presId="urn:microsoft.com/office/officeart/2009/layout/CirclePictureHierarchy"/>
    <dgm:cxn modelId="{CA5283F1-4A2E-40F9-9C97-5114E75D1B3C}" srcId="{326EC2A8-776D-45F5-BEEC-38FC3C5F895E}" destId="{E1545FAC-303A-45AA-94DD-0891C7221C8F}" srcOrd="1" destOrd="0" parTransId="{AD99C125-DB41-40FB-A9F6-7501525C00B0}" sibTransId="{50466D37-BAC1-4B53-963D-222EA95C0408}"/>
    <dgm:cxn modelId="{2C6E3FF3-5023-49AB-ADF8-41B01113BB7E}" type="presOf" srcId="{AD99C125-DB41-40FB-A9F6-7501525C00B0}" destId="{4863ADC1-A91E-4325-B359-385F7657A35A}" srcOrd="0" destOrd="0" presId="urn:microsoft.com/office/officeart/2009/layout/CirclePictureHierarchy"/>
    <dgm:cxn modelId="{DB382FB5-6909-4C09-8C4B-5001B9E36BF1}" type="presParOf" srcId="{CBF9B3E5-6397-49DD-B767-82EADB8F65FB}" destId="{10BEF365-49F7-48F2-8BFA-0BAE10272273}" srcOrd="0" destOrd="0" presId="urn:microsoft.com/office/officeart/2009/layout/CirclePictureHierarchy"/>
    <dgm:cxn modelId="{C38DEBD0-5BDB-4F5E-A99B-DA35413137A4}" type="presParOf" srcId="{10BEF365-49F7-48F2-8BFA-0BAE10272273}" destId="{22AE75F3-4222-4EA4-9554-23C3990DBB51}" srcOrd="0" destOrd="0" presId="urn:microsoft.com/office/officeart/2009/layout/CirclePictureHierarchy"/>
    <dgm:cxn modelId="{FC9D2A8E-B5DD-4924-B2E6-3D54303752DC}" type="presParOf" srcId="{22AE75F3-4222-4EA4-9554-23C3990DBB51}" destId="{15A759E6-3D8F-489B-8217-E4FC600D8C53}" srcOrd="0" destOrd="0" presId="urn:microsoft.com/office/officeart/2009/layout/CirclePictureHierarchy"/>
    <dgm:cxn modelId="{2C7EFC18-E01B-45FD-8709-50E672AFFE03}" type="presParOf" srcId="{22AE75F3-4222-4EA4-9554-23C3990DBB51}" destId="{5D259277-A0F4-4DCE-BB29-0E14AB9B620F}" srcOrd="1" destOrd="0" presId="urn:microsoft.com/office/officeart/2009/layout/CirclePictureHierarchy"/>
    <dgm:cxn modelId="{F96E290B-FF7F-46EA-8869-7EFA045AC844}" type="presParOf" srcId="{10BEF365-49F7-48F2-8BFA-0BAE10272273}" destId="{98F56AC9-4074-4012-AEF1-5BB3A4142B08}" srcOrd="1" destOrd="0" presId="urn:microsoft.com/office/officeart/2009/layout/CirclePictureHierarchy"/>
    <dgm:cxn modelId="{DCC08240-B662-4818-B328-F021EAA3D1B3}" type="presParOf" srcId="{98F56AC9-4074-4012-AEF1-5BB3A4142B08}" destId="{360FABC3-0793-4CB2-95B5-2C1DD740C35D}" srcOrd="0" destOrd="0" presId="urn:microsoft.com/office/officeart/2009/layout/CirclePictureHierarchy"/>
    <dgm:cxn modelId="{A7C30F50-1993-4735-A621-02EC1D78A29E}" type="presParOf" srcId="{98F56AC9-4074-4012-AEF1-5BB3A4142B08}" destId="{3B96AC71-AD71-4DDC-BAFE-1404C49894CA}" srcOrd="1" destOrd="0" presId="urn:microsoft.com/office/officeart/2009/layout/CirclePictureHierarchy"/>
    <dgm:cxn modelId="{0A8D86FA-4ADE-4EE4-A0CD-210E7BACF7DD}" type="presParOf" srcId="{3B96AC71-AD71-4DDC-BAFE-1404C49894CA}" destId="{0955679D-3A5B-4939-B028-A1C700014E98}" srcOrd="0" destOrd="0" presId="urn:microsoft.com/office/officeart/2009/layout/CirclePictureHierarchy"/>
    <dgm:cxn modelId="{7F54D7C6-AE68-4D40-9265-841783A09347}" type="presParOf" srcId="{0955679D-3A5B-4939-B028-A1C700014E98}" destId="{001FE441-252F-41D1-8DAF-FAB138ED6CCE}" srcOrd="0" destOrd="0" presId="urn:microsoft.com/office/officeart/2009/layout/CirclePictureHierarchy"/>
    <dgm:cxn modelId="{3FF26F3F-6D24-4B32-8D3E-74CB9BA38A1A}" type="presParOf" srcId="{0955679D-3A5B-4939-B028-A1C700014E98}" destId="{F065C6A7-8FB5-40B7-81DA-62BF02C2A1C1}" srcOrd="1" destOrd="0" presId="urn:microsoft.com/office/officeart/2009/layout/CirclePictureHierarchy"/>
    <dgm:cxn modelId="{0A765F82-AF2D-495E-888C-17D609A9988B}" type="presParOf" srcId="{3B96AC71-AD71-4DDC-BAFE-1404C49894CA}" destId="{4250F1DC-EEF7-4FA8-897A-CD5459006A62}" srcOrd="1" destOrd="0" presId="urn:microsoft.com/office/officeart/2009/layout/CirclePictureHierarchy"/>
    <dgm:cxn modelId="{D5BC44EF-1BA7-4D6F-B850-BDB1017B0C3F}" type="presParOf" srcId="{4250F1DC-EEF7-4FA8-897A-CD5459006A62}" destId="{13053090-847F-4F43-949D-3950606FAF01}" srcOrd="0" destOrd="0" presId="urn:microsoft.com/office/officeart/2009/layout/CirclePictureHierarchy"/>
    <dgm:cxn modelId="{90F363FB-8290-4043-BBFF-62D9EE595AA8}" type="presParOf" srcId="{4250F1DC-EEF7-4FA8-897A-CD5459006A62}" destId="{C694D317-6177-47BC-B941-EA9E5E8E52E2}" srcOrd="1" destOrd="0" presId="urn:microsoft.com/office/officeart/2009/layout/CirclePictureHierarchy"/>
    <dgm:cxn modelId="{95275F63-A04F-4DBF-9217-492EB04BBC2F}" type="presParOf" srcId="{C694D317-6177-47BC-B941-EA9E5E8E52E2}" destId="{81F5F4E3-B953-4715-8A96-E53A3DFEF212}" srcOrd="0" destOrd="0" presId="urn:microsoft.com/office/officeart/2009/layout/CirclePictureHierarchy"/>
    <dgm:cxn modelId="{03E8E273-7F08-45AC-8176-A23ACA1C24B9}" type="presParOf" srcId="{81F5F4E3-B953-4715-8A96-E53A3DFEF212}" destId="{714FBB8F-0077-4830-B148-7EC66872EC4B}" srcOrd="0" destOrd="0" presId="urn:microsoft.com/office/officeart/2009/layout/CirclePictureHierarchy"/>
    <dgm:cxn modelId="{4F659CA0-3078-413F-9782-6A5373963A26}" type="presParOf" srcId="{81F5F4E3-B953-4715-8A96-E53A3DFEF212}" destId="{DB0A0E67-BA1F-4DEA-8C80-68B79752CBB1}" srcOrd="1" destOrd="0" presId="urn:microsoft.com/office/officeart/2009/layout/CirclePictureHierarchy"/>
    <dgm:cxn modelId="{841E50A3-0A50-409D-868C-F63C50650C0C}" type="presParOf" srcId="{C694D317-6177-47BC-B941-EA9E5E8E52E2}" destId="{746D005B-9EF2-4DE1-87B7-AAE9E3038B4A}" srcOrd="1" destOrd="0" presId="urn:microsoft.com/office/officeart/2009/layout/CirclePictureHierarchy"/>
    <dgm:cxn modelId="{B522B4F5-E010-4490-B170-FA166590B20E}" type="presParOf" srcId="{4250F1DC-EEF7-4FA8-897A-CD5459006A62}" destId="{69769F76-61ED-438D-8693-87FD6AEC3C48}" srcOrd="2" destOrd="0" presId="urn:microsoft.com/office/officeart/2009/layout/CirclePictureHierarchy"/>
    <dgm:cxn modelId="{BE68C384-6399-4D1E-9FCD-D95CE690D185}" type="presParOf" srcId="{4250F1DC-EEF7-4FA8-897A-CD5459006A62}" destId="{4367B339-E968-4D50-869F-88E316A0B0DA}" srcOrd="3" destOrd="0" presId="urn:microsoft.com/office/officeart/2009/layout/CirclePictureHierarchy"/>
    <dgm:cxn modelId="{23205859-3C23-4270-B842-6B72B0397F1B}" type="presParOf" srcId="{4367B339-E968-4D50-869F-88E316A0B0DA}" destId="{66F4412D-484D-4175-B407-399AB2393AD9}" srcOrd="0" destOrd="0" presId="urn:microsoft.com/office/officeart/2009/layout/CirclePictureHierarchy"/>
    <dgm:cxn modelId="{80D2C49A-B44E-4826-BD59-8F857775CCA4}" type="presParOf" srcId="{66F4412D-484D-4175-B407-399AB2393AD9}" destId="{625DA878-34C8-44BB-A352-F5E11EC21CF7}" srcOrd="0" destOrd="0" presId="urn:microsoft.com/office/officeart/2009/layout/CirclePictureHierarchy"/>
    <dgm:cxn modelId="{2F1636DC-DB1A-44BE-B2A4-71EA805936C2}" type="presParOf" srcId="{66F4412D-484D-4175-B407-399AB2393AD9}" destId="{5060F322-406F-4CE0-9161-E23D51027E50}" srcOrd="1" destOrd="0" presId="urn:microsoft.com/office/officeart/2009/layout/CirclePictureHierarchy"/>
    <dgm:cxn modelId="{C3D2D2C1-B2C4-43ED-8C7A-45371854FFDA}" type="presParOf" srcId="{4367B339-E968-4D50-869F-88E316A0B0DA}" destId="{F5D2ECE3-CEF7-455A-8105-2A7F84A08566}" srcOrd="1" destOrd="0" presId="urn:microsoft.com/office/officeart/2009/layout/CirclePictureHierarchy"/>
    <dgm:cxn modelId="{7EEAD408-A083-4FA8-A7E6-CCD7BE6B77C2}" type="presParOf" srcId="{98F56AC9-4074-4012-AEF1-5BB3A4142B08}" destId="{4863ADC1-A91E-4325-B359-385F7657A35A}" srcOrd="2" destOrd="0" presId="urn:microsoft.com/office/officeart/2009/layout/CirclePictureHierarchy"/>
    <dgm:cxn modelId="{4B2ABA29-6DE4-48CF-86B1-7248BF72E28F}" type="presParOf" srcId="{98F56AC9-4074-4012-AEF1-5BB3A4142B08}" destId="{97F304FD-171D-46B8-B645-65917F468FDD}" srcOrd="3" destOrd="0" presId="urn:microsoft.com/office/officeart/2009/layout/CirclePictureHierarchy"/>
    <dgm:cxn modelId="{D9C95507-0431-44F6-BCCA-901A357397C5}" type="presParOf" srcId="{97F304FD-171D-46B8-B645-65917F468FDD}" destId="{F3B19809-6667-4889-95DA-EBD8BDDBFEFB}" srcOrd="0" destOrd="0" presId="urn:microsoft.com/office/officeart/2009/layout/CirclePictureHierarchy"/>
    <dgm:cxn modelId="{7851B399-1E7D-4A3D-9E51-2DE918B68652}" type="presParOf" srcId="{F3B19809-6667-4889-95DA-EBD8BDDBFEFB}" destId="{94A9747C-54AE-41AC-A34B-B7E8E6DF7D00}" srcOrd="0" destOrd="0" presId="urn:microsoft.com/office/officeart/2009/layout/CirclePictureHierarchy"/>
    <dgm:cxn modelId="{6DC04BE4-9E3B-4E76-AA79-010A1306BF5F}" type="presParOf" srcId="{F3B19809-6667-4889-95DA-EBD8BDDBFEFB}" destId="{F8ED171E-DEDF-4D2C-BD74-242F49ADCE5F}" srcOrd="1" destOrd="0" presId="urn:microsoft.com/office/officeart/2009/layout/CirclePictureHierarchy"/>
    <dgm:cxn modelId="{910C8388-93F9-4D66-AC20-D8CFFDD278C6}" type="presParOf" srcId="{97F304FD-171D-46B8-B645-65917F468FDD}" destId="{352E6D63-D11E-4097-9278-81EF95279310}" srcOrd="1" destOrd="0" presId="urn:microsoft.com/office/officeart/2009/layout/CirclePictureHierarchy"/>
    <dgm:cxn modelId="{500D4256-1041-47EF-906E-2F4777AC2B12}" type="presParOf" srcId="{352E6D63-D11E-4097-9278-81EF95279310}" destId="{52904E01-4B42-452F-BA48-88670883E68F}" srcOrd="0" destOrd="0" presId="urn:microsoft.com/office/officeart/2009/layout/CirclePictureHierarchy"/>
    <dgm:cxn modelId="{3CBF210B-FF75-4F95-8BEE-7092860F4292}" type="presParOf" srcId="{352E6D63-D11E-4097-9278-81EF95279310}" destId="{0E252F33-72E3-4B4A-A52C-188E6A6A556C}" srcOrd="1" destOrd="0" presId="urn:microsoft.com/office/officeart/2009/layout/CirclePictureHierarchy"/>
    <dgm:cxn modelId="{6896BFE1-5C1C-4172-A31F-007B2BFFD462}" type="presParOf" srcId="{0E252F33-72E3-4B4A-A52C-188E6A6A556C}" destId="{A1DC98E6-4672-4909-B63C-CA555E5CEFA1}" srcOrd="0" destOrd="0" presId="urn:microsoft.com/office/officeart/2009/layout/CirclePictureHierarchy"/>
    <dgm:cxn modelId="{4911639D-8671-47D8-A72F-40F06E3D9662}" type="presParOf" srcId="{A1DC98E6-4672-4909-B63C-CA555E5CEFA1}" destId="{B182AD4C-80C6-483B-9A8B-DA3321C854F8}" srcOrd="0" destOrd="0" presId="urn:microsoft.com/office/officeart/2009/layout/CirclePictureHierarchy"/>
    <dgm:cxn modelId="{576C1642-B6D3-4659-80A2-8E6925B7E43E}" type="presParOf" srcId="{A1DC98E6-4672-4909-B63C-CA555E5CEFA1}" destId="{C524FE84-D3A8-4179-B645-BEF2F51295DF}" srcOrd="1" destOrd="0" presId="urn:microsoft.com/office/officeart/2009/layout/CirclePictureHierarchy"/>
    <dgm:cxn modelId="{B1D01DE5-0935-489D-8960-4E28381D112A}" type="presParOf" srcId="{0E252F33-72E3-4B4A-A52C-188E6A6A556C}" destId="{4BB95C35-EF4B-47AA-9BED-A992ADE1600F}" srcOrd="1" destOrd="0" presId="urn:microsoft.com/office/officeart/2009/layout/CirclePictureHierarchy"/>
  </dgm:cxnLst>
  <dgm:bg/>
  <dgm:whole/>
  <dgm:extLst>
    <a:ext uri="http://schemas.microsoft.com/office/drawing/2008/diagram">
      <dsp:dataModelExt xmlns:dsp="http://schemas.microsoft.com/office/drawing/2008/diagram" relId="rId9" minVer="http://schemas.openxmlformats.org/drawingml/2006/diagram"/>
    </a:ext>
    <a:ext uri="{C62137D5-CB1D-491B-B009-E17868A290BF}">
      <dgm14:recolorImg xmlns:dgm14="http://schemas.microsoft.com/office/drawing/2010/diagram" val="1"/>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2904E01-4B42-452F-BA48-88670883E68F}">
      <dsp:nvSpPr>
        <dsp:cNvPr id="0" name=""/>
        <dsp:cNvSpPr/>
      </dsp:nvSpPr>
      <dsp:spPr>
        <a:xfrm>
          <a:off x="4431030" y="2608275"/>
          <a:ext cx="91440" cy="235029"/>
        </a:xfrm>
        <a:custGeom>
          <a:avLst/>
          <a:gdLst/>
          <a:ahLst/>
          <a:cxnLst/>
          <a:rect l="0" t="0" r="0" b="0"/>
          <a:pathLst>
            <a:path>
              <a:moveTo>
                <a:pt x="45720" y="0"/>
              </a:moveTo>
              <a:lnTo>
                <a:pt x="45720" y="235029"/>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863ADC1-A91E-4325-B359-385F7657A35A}">
      <dsp:nvSpPr>
        <dsp:cNvPr id="0" name=""/>
        <dsp:cNvSpPr/>
      </dsp:nvSpPr>
      <dsp:spPr>
        <a:xfrm>
          <a:off x="2937867" y="1627120"/>
          <a:ext cx="1538882" cy="235029"/>
        </a:xfrm>
        <a:custGeom>
          <a:avLst/>
          <a:gdLst/>
          <a:ahLst/>
          <a:cxnLst/>
          <a:rect l="0" t="0" r="0" b="0"/>
          <a:pathLst>
            <a:path>
              <a:moveTo>
                <a:pt x="0" y="0"/>
              </a:moveTo>
              <a:lnTo>
                <a:pt x="0" y="118447"/>
              </a:lnTo>
              <a:lnTo>
                <a:pt x="1538882" y="118447"/>
              </a:lnTo>
              <a:lnTo>
                <a:pt x="1538882" y="235029"/>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69769F76-61ED-438D-8693-87FD6AEC3C48}">
      <dsp:nvSpPr>
        <dsp:cNvPr id="0" name=""/>
        <dsp:cNvSpPr/>
      </dsp:nvSpPr>
      <dsp:spPr>
        <a:xfrm>
          <a:off x="1398984" y="2608275"/>
          <a:ext cx="1025921" cy="235029"/>
        </a:xfrm>
        <a:custGeom>
          <a:avLst/>
          <a:gdLst/>
          <a:ahLst/>
          <a:cxnLst/>
          <a:rect l="0" t="0" r="0" b="0"/>
          <a:pathLst>
            <a:path>
              <a:moveTo>
                <a:pt x="0" y="0"/>
              </a:moveTo>
              <a:lnTo>
                <a:pt x="0" y="118447"/>
              </a:lnTo>
              <a:lnTo>
                <a:pt x="1025921" y="118447"/>
              </a:lnTo>
              <a:lnTo>
                <a:pt x="1025921" y="235029"/>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13053090-847F-4F43-949D-3950606FAF01}">
      <dsp:nvSpPr>
        <dsp:cNvPr id="0" name=""/>
        <dsp:cNvSpPr/>
      </dsp:nvSpPr>
      <dsp:spPr>
        <a:xfrm>
          <a:off x="373062" y="2608275"/>
          <a:ext cx="1025921" cy="235029"/>
        </a:xfrm>
        <a:custGeom>
          <a:avLst/>
          <a:gdLst/>
          <a:ahLst/>
          <a:cxnLst/>
          <a:rect l="0" t="0" r="0" b="0"/>
          <a:pathLst>
            <a:path>
              <a:moveTo>
                <a:pt x="1025921" y="0"/>
              </a:moveTo>
              <a:lnTo>
                <a:pt x="1025921" y="118447"/>
              </a:lnTo>
              <a:lnTo>
                <a:pt x="0" y="118447"/>
              </a:lnTo>
              <a:lnTo>
                <a:pt x="0" y="235029"/>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360FABC3-0793-4CB2-95B5-2C1DD740C35D}">
      <dsp:nvSpPr>
        <dsp:cNvPr id="0" name=""/>
        <dsp:cNvSpPr/>
      </dsp:nvSpPr>
      <dsp:spPr>
        <a:xfrm>
          <a:off x="1398984" y="1627120"/>
          <a:ext cx="1538882" cy="235029"/>
        </a:xfrm>
        <a:custGeom>
          <a:avLst/>
          <a:gdLst/>
          <a:ahLst/>
          <a:cxnLst/>
          <a:rect l="0" t="0" r="0" b="0"/>
          <a:pathLst>
            <a:path>
              <a:moveTo>
                <a:pt x="1538882" y="0"/>
              </a:moveTo>
              <a:lnTo>
                <a:pt x="1538882" y="118447"/>
              </a:lnTo>
              <a:lnTo>
                <a:pt x="0" y="118447"/>
              </a:lnTo>
              <a:lnTo>
                <a:pt x="0" y="235029"/>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15A759E6-3D8F-489B-8217-E4FC600D8C53}">
      <dsp:nvSpPr>
        <dsp:cNvPr id="0" name=""/>
        <dsp:cNvSpPr/>
      </dsp:nvSpPr>
      <dsp:spPr>
        <a:xfrm>
          <a:off x="2564804" y="880995"/>
          <a:ext cx="746124" cy="746124"/>
        </a:xfrm>
        <a:prstGeom prst="ellipse">
          <a:avLst/>
        </a:prstGeom>
        <a:solidFill>
          <a:srgbClr val="FFC000"/>
        </a:solidFill>
        <a:ln w="12700" cap="flat" cmpd="sng" algn="ctr">
          <a:solidFill>
            <a:prstClr val="white">
              <a:hueOff val="0"/>
              <a:satOff val="0"/>
              <a:lumOff val="0"/>
              <a:alphaOff val="0"/>
            </a:prst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5D259277-A0F4-4DCE-BB29-0E14AB9B620F}">
      <dsp:nvSpPr>
        <dsp:cNvPr id="0" name=""/>
        <dsp:cNvSpPr/>
      </dsp:nvSpPr>
      <dsp:spPr>
        <a:xfrm>
          <a:off x="3310929" y="879130"/>
          <a:ext cx="1119187" cy="74612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altLang="zh-CN" sz="3100" kern="1200" dirty="0"/>
            <a:t> </a:t>
          </a:r>
          <a:endParaRPr lang="zh-CN" altLang="en-US" sz="3100" kern="1200" dirty="0"/>
        </a:p>
      </dsp:txBody>
      <dsp:txXfrm>
        <a:off x="3310929" y="879130"/>
        <a:ext cx="1119187" cy="746124"/>
      </dsp:txXfrm>
    </dsp:sp>
    <dsp:sp modelId="{001FE441-252F-41D1-8DAF-FAB138ED6CCE}">
      <dsp:nvSpPr>
        <dsp:cNvPr id="0" name=""/>
        <dsp:cNvSpPr/>
      </dsp:nvSpPr>
      <dsp:spPr>
        <a:xfrm>
          <a:off x="1025921" y="1862150"/>
          <a:ext cx="746124" cy="746124"/>
        </a:xfrm>
        <a:prstGeom prst="ellipse">
          <a:avLst/>
        </a:prstGeom>
        <a:solidFill>
          <a:srgbClr val="1851A3"/>
        </a:solidFill>
        <a:ln w="12700" cap="flat" cmpd="sng" algn="ctr">
          <a:solidFill>
            <a:prstClr val="white">
              <a:hueOff val="0"/>
              <a:satOff val="0"/>
              <a:lumOff val="0"/>
              <a:alphaOff val="0"/>
            </a:prst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F065C6A7-8FB5-40B7-81DA-62BF02C2A1C1}">
      <dsp:nvSpPr>
        <dsp:cNvPr id="0" name=""/>
        <dsp:cNvSpPr/>
      </dsp:nvSpPr>
      <dsp:spPr>
        <a:xfrm>
          <a:off x="1772046" y="1860284"/>
          <a:ext cx="1119187" cy="74612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altLang="zh-CN" sz="3100" kern="1200" dirty="0"/>
            <a:t> </a:t>
          </a:r>
          <a:endParaRPr lang="zh-CN" altLang="en-US" sz="3100" kern="1200" dirty="0"/>
        </a:p>
      </dsp:txBody>
      <dsp:txXfrm>
        <a:off x="1772046" y="1860284"/>
        <a:ext cx="1119187" cy="746124"/>
      </dsp:txXfrm>
    </dsp:sp>
    <dsp:sp modelId="{714FBB8F-0077-4830-B148-7EC66872EC4B}">
      <dsp:nvSpPr>
        <dsp:cNvPr id="0" name=""/>
        <dsp:cNvSpPr/>
      </dsp:nvSpPr>
      <dsp:spPr>
        <a:xfrm>
          <a:off x="0" y="2843304"/>
          <a:ext cx="746124" cy="746124"/>
        </a:xfrm>
        <a:prstGeom prst="ellipse">
          <a:avLst/>
        </a:prstGeom>
        <a:solidFill>
          <a:srgbClr val="1851A3"/>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B0A0E67-BA1F-4DEA-8C80-68B79752CBB1}">
      <dsp:nvSpPr>
        <dsp:cNvPr id="0" name=""/>
        <dsp:cNvSpPr/>
      </dsp:nvSpPr>
      <dsp:spPr>
        <a:xfrm>
          <a:off x="746124" y="2841439"/>
          <a:ext cx="1119187" cy="74612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altLang="zh-CN" sz="3100" kern="1200" dirty="0"/>
            <a:t> </a:t>
          </a:r>
          <a:endParaRPr lang="zh-CN" altLang="en-US" sz="3100" kern="1200" dirty="0"/>
        </a:p>
      </dsp:txBody>
      <dsp:txXfrm>
        <a:off x="746124" y="2841439"/>
        <a:ext cx="1119187" cy="746124"/>
      </dsp:txXfrm>
    </dsp:sp>
    <dsp:sp modelId="{625DA878-34C8-44BB-A352-F5E11EC21CF7}">
      <dsp:nvSpPr>
        <dsp:cNvPr id="0" name=""/>
        <dsp:cNvSpPr/>
      </dsp:nvSpPr>
      <dsp:spPr>
        <a:xfrm>
          <a:off x="2051843" y="2843304"/>
          <a:ext cx="746124" cy="746124"/>
        </a:xfrm>
        <a:prstGeom prst="ellipse">
          <a:avLst/>
        </a:prstGeom>
        <a:solidFill>
          <a:srgbClr val="FFC000"/>
        </a:solidFill>
        <a:ln w="12700" cap="flat" cmpd="sng" algn="ctr">
          <a:solidFill>
            <a:prstClr val="white">
              <a:hueOff val="0"/>
              <a:satOff val="0"/>
              <a:lumOff val="0"/>
              <a:alphaOff val="0"/>
            </a:prst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5060F322-406F-4CE0-9161-E23D51027E50}">
      <dsp:nvSpPr>
        <dsp:cNvPr id="0" name=""/>
        <dsp:cNvSpPr/>
      </dsp:nvSpPr>
      <dsp:spPr>
        <a:xfrm>
          <a:off x="2797968" y="2841439"/>
          <a:ext cx="1119187" cy="74612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altLang="zh-CN" sz="3100" kern="1200" dirty="0"/>
            <a:t> </a:t>
          </a:r>
          <a:endParaRPr lang="zh-CN" altLang="en-US" sz="3100" kern="1200" dirty="0"/>
        </a:p>
      </dsp:txBody>
      <dsp:txXfrm>
        <a:off x="2797968" y="2841439"/>
        <a:ext cx="1119187" cy="746124"/>
      </dsp:txXfrm>
    </dsp:sp>
    <dsp:sp modelId="{94A9747C-54AE-41AC-A34B-B7E8E6DF7D00}">
      <dsp:nvSpPr>
        <dsp:cNvPr id="0" name=""/>
        <dsp:cNvSpPr/>
      </dsp:nvSpPr>
      <dsp:spPr>
        <a:xfrm>
          <a:off x="4103687" y="1862150"/>
          <a:ext cx="746124" cy="746124"/>
        </a:xfrm>
        <a:prstGeom prst="ellipse">
          <a:avLst/>
        </a:prstGeom>
        <a:solidFill>
          <a:srgbClr val="1851A3"/>
        </a:solidFill>
        <a:ln w="12700" cap="flat" cmpd="sng" algn="ctr">
          <a:solidFill>
            <a:prstClr val="white">
              <a:hueOff val="0"/>
              <a:satOff val="0"/>
              <a:lumOff val="0"/>
              <a:alphaOff val="0"/>
            </a:prst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F8ED171E-DEDF-4D2C-BD74-242F49ADCE5F}">
      <dsp:nvSpPr>
        <dsp:cNvPr id="0" name=""/>
        <dsp:cNvSpPr/>
      </dsp:nvSpPr>
      <dsp:spPr>
        <a:xfrm>
          <a:off x="4849812" y="1860284"/>
          <a:ext cx="1119187" cy="74612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altLang="zh-CN" sz="3100" kern="1200" dirty="0"/>
            <a:t> </a:t>
          </a:r>
          <a:endParaRPr lang="zh-CN" altLang="en-US" sz="3100" kern="1200" dirty="0"/>
        </a:p>
      </dsp:txBody>
      <dsp:txXfrm>
        <a:off x="4849812" y="1860284"/>
        <a:ext cx="1119187" cy="746124"/>
      </dsp:txXfrm>
    </dsp:sp>
    <dsp:sp modelId="{B182AD4C-80C6-483B-9A8B-DA3321C854F8}">
      <dsp:nvSpPr>
        <dsp:cNvPr id="0" name=""/>
        <dsp:cNvSpPr/>
      </dsp:nvSpPr>
      <dsp:spPr>
        <a:xfrm>
          <a:off x="4103687" y="2843304"/>
          <a:ext cx="746124" cy="746124"/>
        </a:xfrm>
        <a:prstGeom prst="ellipse">
          <a:avLst/>
        </a:prstGeom>
        <a:solidFill>
          <a:srgbClr val="1851A3"/>
        </a:solidFill>
        <a:ln w="12700" cap="flat" cmpd="sng" algn="ctr">
          <a:solidFill>
            <a:prstClr val="white">
              <a:hueOff val="0"/>
              <a:satOff val="0"/>
              <a:lumOff val="0"/>
              <a:alphaOff val="0"/>
            </a:prst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524FE84-D3A8-4179-B645-BEF2F51295DF}">
      <dsp:nvSpPr>
        <dsp:cNvPr id="0" name=""/>
        <dsp:cNvSpPr/>
      </dsp:nvSpPr>
      <dsp:spPr>
        <a:xfrm>
          <a:off x="4849812" y="2841439"/>
          <a:ext cx="1119187" cy="74612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altLang="zh-CN" sz="3100" kern="1200" dirty="0"/>
            <a:t> </a:t>
          </a:r>
          <a:endParaRPr lang="zh-CN" altLang="en-US" sz="3100" kern="1200" dirty="0"/>
        </a:p>
      </dsp:txBody>
      <dsp:txXfrm>
        <a:off x="4849812" y="2841439"/>
        <a:ext cx="1119187" cy="746124"/>
      </dsp:txXfrm>
    </dsp:sp>
  </dsp:spTree>
</dsp:drawing>
</file>

<file path=ppt/diagrams/layout1.xml><?xml version="1.0" encoding="utf-8"?>
<dgm:layoutDef xmlns:dgm="http://schemas.openxmlformats.org/drawingml/2006/diagram" xmlns:a="http://schemas.openxmlformats.org/drawingml/2006/main" uniqueId="urn:microsoft.com/office/officeart/2009/layout/CirclePictureHierarchy">
  <dgm:title val=""/>
  <dgm:desc val=""/>
  <dgm:catLst>
    <dgm:cat type="hierarchy" pri="1750"/>
    <dgm:cat type="picture" pri="23000"/>
    <dgm:cat type="pictureconvert" pri="23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5"/>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h" for="ch" forName="image" refType="h" fact="0.8"/>
              <dgm:constr type="w" for="ch" forName="image" refType="h" refFor="ch" refForName="image"/>
              <dgm:constr type="t" for="ch" forName="image" refType="h" fact="0.1"/>
              <dgm:constr type="l" for="ch" forName="image"/>
              <dgm:constr type="w" for="ch" forName="text" refType="w" fact="0.6"/>
              <dgm:constr type="h" for="ch" forName="text" refType="h" fact="0.8"/>
              <dgm:constr type="t" for="ch" forName="text" refType="w" fact="0.04"/>
              <dgm:constr type="l" for="ch" forName="text" refType="w" fact="0.4"/>
            </dgm:constrLst>
            <dgm:ruleLst/>
            <dgm:layoutNode name="image" styleLbl="node0">
              <dgm:alg type="sp"/>
              <dgm:shape xmlns:r="http://schemas.openxmlformats.org/officeDocument/2006/relationships" type="ellipse" r:blip="" blipPhldr="1">
                <dgm:adjLst/>
              </dgm:shape>
              <dgm:presOf/>
              <dgm:constrLst/>
              <dgm:ruleLst/>
            </dgm:layoutNode>
            <dgm:layoutNode name="text" styleLbl="revTx">
              <dgm:varLst>
                <dgm:chPref val="3"/>
              </dgm:varLst>
              <dgm:alg type="tx">
                <dgm:param type="parTxLTRAlign" val="l"/>
                <dgm:param type="parTxRTLAlign" val="r"/>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image"/>
                    <dgm:param type="dstNode" val="image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h" for="ch" forName="image2" refType="h" fact="0.8"/>
                      <dgm:constr type="w" for="ch" forName="image2" refType="h" refFor="ch" refForName="image2"/>
                      <dgm:constr type="t" for="ch" forName="image2" refType="h" fact="0.1"/>
                      <dgm:constr type="l" for="ch" forName="image2"/>
                      <dgm:constr type="w" for="ch" forName="text2" refType="w" fact="0.6"/>
                      <dgm:constr type="h" for="ch" forName="text2" refType="h" fact="0.8"/>
                      <dgm:constr type="t" for="ch" forName="text2" refType="w" fact="0.04"/>
                      <dgm:constr type="l" for="ch" forName="text2" refType="w" fact="0.4"/>
                    </dgm:constrLst>
                    <dgm:ruleLst/>
                    <dgm:layoutNode name="image2">
                      <dgm:alg type="sp"/>
                      <dgm:shape xmlns:r="http://schemas.openxmlformats.org/officeDocument/2006/relationships" type="ellipse" r:blip="" blipPhldr="1">
                        <dgm:adjLst/>
                      </dgm:shape>
                      <dgm:presOf/>
                      <dgm:constrLst/>
                      <dgm:ruleLst/>
                    </dgm:layoutNode>
                    <dgm:layoutNode name="text2" styleLbl="revTx">
                      <dgm:varLst>
                        <dgm:chPref val="3"/>
                      </dgm:varLst>
                      <dgm:alg type="tx">
                        <dgm:param type="parTxLTRAlign" val="l"/>
                        <dgm:param type="parTxRTLAlign" val="r"/>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image2"/>
                            <dgm:param type="dstNode" val="image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h" for="ch" forName="image3" refType="h" fact="0.8"/>
                              <dgm:constr type="w" for="ch" forName="image3" refType="h" refFor="ch" refForName="image3"/>
                              <dgm:constr type="t" for="ch" forName="image3" refType="h" fact="0.1"/>
                              <dgm:constr type="l" for="ch" forName="image3"/>
                              <dgm:constr type="w" for="ch" forName="text3" refType="w" fact="0.6"/>
                              <dgm:constr type="h" for="ch" forName="text3" refType="h" fact="0.8"/>
                              <dgm:constr type="t" for="ch" forName="text3" refType="w" fact="0.04"/>
                              <dgm:constr type="l" for="ch" forName="text3" refType="w" fact="0.4"/>
                            </dgm:constrLst>
                            <dgm:ruleLst/>
                            <dgm:layoutNode name="image3">
                              <dgm:alg type="sp"/>
                              <dgm:shape xmlns:r="http://schemas.openxmlformats.org/officeDocument/2006/relationships" type="ellipse" r:blip="" blipPhldr="1">
                                <dgm:adjLst/>
                              </dgm:shape>
                              <dgm:presOf/>
                              <dgm:constrLst/>
                              <dgm:ruleLst/>
                            </dgm:layoutNode>
                            <dgm:layoutNode name="text3" styleLbl="revTx">
                              <dgm:varLst>
                                <dgm:chPref val="3"/>
                              </dgm:varLst>
                              <dgm:alg type="tx">
                                <dgm:param type="parTxLTRAlign" val="l"/>
                                <dgm:param type="parTxRTLAlign" val="r"/>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image3"/>
                                        <dgm:param type="dstNode" val="image4"/>
                                      </dgm:alg>
                                    </dgm:if>
                                    <dgm:else name="Name26">
                                      <dgm:alg type="conn">
                                        <dgm:param type="dim" val="1D"/>
                                        <dgm:param type="endSty" val="noArr"/>
                                        <dgm:param type="connRout" val="bend"/>
                                        <dgm:param type="bendPt" val="end"/>
                                        <dgm:param type="begPts" val="bCtr"/>
                                        <dgm:param type="endPts" val="tCtr"/>
                                        <dgm:param type="srcNode" val="image4"/>
                                        <dgm:param type="dstNode" val="image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h" for="ch" forName="image4" refType="h" fact="0.8"/>
                                      <dgm:constr type="w" for="ch" forName="image4" refType="h" refFor="ch" refForName="image4"/>
                                      <dgm:constr type="t" for="ch" forName="image4" refType="h" fact="0.1"/>
                                      <dgm:constr type="l" for="ch" forName="image4"/>
                                      <dgm:constr type="w" for="ch" forName="text4" refType="w" fact="0.6"/>
                                      <dgm:constr type="h" for="ch" forName="text4" refType="h" fact="0.8"/>
                                      <dgm:constr type="t" for="ch" forName="text4" refType="w" fact="0.04"/>
                                      <dgm:constr type="l" for="ch" forName="text4" refType="w" fact="0.4"/>
                                    </dgm:constrLst>
                                    <dgm:ruleLst/>
                                    <dgm:layoutNode name="image4">
                                      <dgm:alg type="sp"/>
                                      <dgm:shape xmlns:r="http://schemas.openxmlformats.org/officeDocument/2006/relationships" type="ellipse" r:blip="" blipPhldr="1">
                                        <dgm:adjLst/>
                                      </dgm:shape>
                                      <dgm:presOf/>
                                      <dgm:constrLst/>
                                      <dgm:ruleLst/>
                                    </dgm:layoutNode>
                                    <dgm:layoutNode name="text4" styleLbl="revTx">
                                      <dgm:varLst>
                                        <dgm:chPref val="3"/>
                                      </dgm:varLst>
                                      <dgm:alg type="tx">
                                        <dgm:param type="parTxLTRAlign" val="l"/>
                                        <dgm:param type="parTxRTLAlign" val="r"/>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CAC0943-D256-47EC-B593-9710BEDB2877}" type="datetimeFigureOut">
              <a:rPr lang="zh-CN" altLang="en-US" smtClean="0"/>
              <a:t>2025/10/27</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2DC4E59-62D7-47E6-9B14-A86BB02A774E}" type="slidenum">
              <a:rPr lang="zh-CN" altLang="en-US" smtClean="0"/>
              <a:t>‹#›</a:t>
            </a:fld>
            <a:endParaRPr lang="zh-CN" altLang="en-US"/>
          </a:p>
        </p:txBody>
      </p:sp>
    </p:spTree>
    <p:extLst>
      <p:ext uri="{BB962C8B-B14F-4D97-AF65-F5344CB8AC3E}">
        <p14:creationId xmlns:p14="http://schemas.microsoft.com/office/powerpoint/2010/main" val="332515498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800" b="0" i="0" dirty="0">
                <a:solidFill>
                  <a:srgbClr val="CCCCCC"/>
                </a:solidFill>
                <a:effectLst/>
                <a:latin typeface="Segoe WPC"/>
              </a:rPr>
              <a:t>大家好，今天我为大家带来的项目是一个可逆的视频打码工具。</a:t>
            </a:r>
            <a:endParaRPr lang="zh-CN" altLang="en-US" sz="1800" b="0"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A6837353-30EB-4A48-80EB-173D804AEFBD}" type="slidenum">
              <a:rPr kumimoji="0" lang="zh-CN" altLang="en-US" sz="1200" b="0" i="0" u="none" strike="noStrike" kern="1200" cap="none" spc="0" normalizeH="0" baseline="0" noProof="0" smtClean="0">
                <a:ln>
                  <a:noFill/>
                </a:ln>
                <a:solidFill>
                  <a:prstClr val="black"/>
                </a:solidFill>
                <a:effectLst/>
                <a:uLnTx/>
                <a:uFillTx/>
                <a:latin typeface="Calibri"/>
                <a:ea typeface="宋体" panose="02010600030101010101" pitchFamily="2" charset="-122"/>
                <a:cs typeface="+mn-cs"/>
              </a:rPr>
              <a:pPr marL="0" marR="0" lvl="0" indent="0" algn="r" defTabSz="914400" rtl="0" eaLnBrk="1" fontAlgn="auto" latinLnBrk="0" hangingPunct="1">
                <a:lnSpc>
                  <a:spcPct val="100000"/>
                </a:lnSpc>
                <a:spcBef>
                  <a:spcPts val="0"/>
                </a:spcBef>
                <a:spcAft>
                  <a:spcPts val="0"/>
                </a:spcAft>
                <a:buClrTx/>
                <a:buSzTx/>
                <a:buFontTx/>
                <a:buNone/>
                <a:tabLst/>
                <a:defRPr/>
              </a:pPr>
              <a:t>1</a:t>
            </a:fld>
            <a:endParaRPr kumimoji="0" lang="zh-CN" altLang="en-US" sz="120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spTree>
    <p:extLst>
      <p:ext uri="{BB962C8B-B14F-4D97-AF65-F5344CB8AC3E}">
        <p14:creationId xmlns:p14="http://schemas.microsoft.com/office/powerpoint/2010/main" val="31562524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b="0" dirty="0"/>
              <a:t>这个项目的灵感最开始来源于我手机里的一款</a:t>
            </a:r>
            <a:r>
              <a:rPr lang="en-US" altLang="zh-CN" b="0" dirty="0"/>
              <a:t>app</a:t>
            </a:r>
            <a:r>
              <a:rPr lang="zh-CN" altLang="en-US" b="0" dirty="0"/>
              <a:t>，它是一个在本地就能实现视频选区或者是目标检测打码的工具。我想手机的算力和大多数在座的各位的电脑比起来应该是小很多的，所以我就想在自己的电脑上做一个类似的工具。那题目中的这个“可逆”又是什么意思呢？相信大家在社交媒体上都看到过打码的视频，甚至有很多不是很懂这方面的人相信存在去掉马赛克的工具，但我们都知道去掉它是不现实的。那么可不可以做到，对于同一个打过码视频来说，只有持有密钥的的人才能看到无码视频，没有密钥的人只能看见打了码的视频呢？我们可以看一下这张架构图。我们可以把它理解成一种数据流转的示意图，这个场景可以是法院、陪审团、警察之间视频证据的转接，也可以是商业公司没有发布的广告</a:t>
            </a:r>
            <a:r>
              <a:rPr lang="en-US" altLang="zh-CN" b="0" dirty="0"/>
              <a:t>demo</a:t>
            </a:r>
            <a:r>
              <a:rPr lang="zh-CN" altLang="en-US" b="0" dirty="0"/>
              <a:t>在不同部门之间的转移。我希望只有黄色节点的人（可能是法官等等）才能看到无码的高清视频，而蓝色节点（可能是档案馆的工作人员）只能看见打过码的。他们都有观看视频的需求，只是每个人应该被允许看到的内容范围不尽相同，而视频的分发者呢还不想二次甚至多次分发。这个就是我做这个项目的时候的基本想法。简单来说，就是在本地完成可逆的视频隐私处理，一方面保护了视频的隐私，另一方面也让视频拥有了可恢复的能力。</a:t>
            </a:r>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A6837353-30EB-4A48-80EB-173D804AEFBD}" type="slidenum">
              <a:rPr kumimoji="0" lang="zh-CN" altLang="en-US" sz="1200" b="0" i="0" u="none" strike="noStrike" kern="1200" cap="none" spc="0" normalizeH="0" baseline="0" noProof="0" smtClean="0">
                <a:ln>
                  <a:noFill/>
                </a:ln>
                <a:solidFill>
                  <a:prstClr val="black"/>
                </a:solidFill>
                <a:effectLst/>
                <a:uLnTx/>
                <a:uFillTx/>
                <a:latin typeface="Calibri"/>
                <a:ea typeface="宋体" panose="02010600030101010101" pitchFamily="2" charset="-122"/>
                <a:cs typeface="+mn-cs"/>
              </a:rPr>
              <a:pPr marL="0" marR="0" lvl="0" indent="0" algn="r" defTabSz="914400" rtl="0" eaLnBrk="1" fontAlgn="auto" latinLnBrk="0" hangingPunct="1">
                <a:lnSpc>
                  <a:spcPct val="100000"/>
                </a:lnSpc>
                <a:spcBef>
                  <a:spcPts val="0"/>
                </a:spcBef>
                <a:spcAft>
                  <a:spcPts val="0"/>
                </a:spcAft>
                <a:buClrTx/>
                <a:buSzTx/>
                <a:buFontTx/>
                <a:buNone/>
                <a:tabLst/>
                <a:defRPr/>
              </a:pPr>
              <a:t>2</a:t>
            </a:fld>
            <a:endParaRPr kumimoji="0" lang="zh-CN" altLang="en-US" sz="120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spTree>
    <p:extLst>
      <p:ext uri="{BB962C8B-B14F-4D97-AF65-F5344CB8AC3E}">
        <p14:creationId xmlns:p14="http://schemas.microsoft.com/office/powerpoint/2010/main" val="312711878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b="0" dirty="0"/>
              <a:t>这里是我项目的前后端的架构。两者之间是通过</a:t>
            </a:r>
            <a:r>
              <a:rPr lang="en-US" altLang="zh-CN" b="0" dirty="0"/>
              <a:t>Electron</a:t>
            </a:r>
            <a:r>
              <a:rPr lang="zh-CN" altLang="en-US" b="0" dirty="0"/>
              <a:t>的</a:t>
            </a:r>
            <a:r>
              <a:rPr lang="en-US" altLang="zh-CN" b="0" dirty="0"/>
              <a:t>IPC</a:t>
            </a:r>
            <a:r>
              <a:rPr lang="zh-CN" altLang="en-US" b="0" dirty="0"/>
              <a:t>和</a:t>
            </a:r>
            <a:r>
              <a:rPr lang="en-US" altLang="zh-CN" b="0" dirty="0"/>
              <a:t>JSON-RPC</a:t>
            </a:r>
            <a:r>
              <a:rPr lang="zh-CN" altLang="en-US" b="0" dirty="0"/>
              <a:t>进行通信的。对于前端来说呢，我选择的是</a:t>
            </a:r>
            <a:r>
              <a:rPr lang="en-US" altLang="zh-CN" b="0" dirty="0"/>
              <a:t>Electron</a:t>
            </a:r>
            <a:r>
              <a:rPr lang="zh-CN" altLang="en-US" b="0" dirty="0"/>
              <a:t>和</a:t>
            </a:r>
            <a:r>
              <a:rPr lang="en-US" altLang="zh-CN" b="0" dirty="0"/>
              <a:t>Vue 3</a:t>
            </a:r>
            <a:r>
              <a:rPr lang="zh-CN" altLang="en-US" b="0" dirty="0"/>
              <a:t>，前者用来搭建应用，后者用来设计</a:t>
            </a:r>
            <a:r>
              <a:rPr lang="en-US" altLang="zh-CN" b="0" dirty="0"/>
              <a:t>UI</a:t>
            </a:r>
            <a:r>
              <a:rPr lang="zh-CN" altLang="en-US" b="0" dirty="0"/>
              <a:t>。大家刚才看到的拖拽区和状态栏都是</a:t>
            </a:r>
            <a:r>
              <a:rPr lang="en-US" altLang="zh-CN" b="0" dirty="0"/>
              <a:t>Vue</a:t>
            </a:r>
            <a:r>
              <a:rPr lang="zh-CN" altLang="en-US" b="0" dirty="0"/>
              <a:t>的组件。后端呢，我用了</a:t>
            </a:r>
            <a:r>
              <a:rPr lang="en-US" altLang="zh-CN" b="0" dirty="0"/>
              <a:t>Python</a:t>
            </a:r>
            <a:r>
              <a:rPr lang="zh-CN" altLang="en-US" b="0" dirty="0"/>
              <a:t>，核心中的核心就是</a:t>
            </a:r>
            <a:r>
              <a:rPr lang="en-US" altLang="zh-CN" b="0" dirty="0"/>
              <a:t>YOLOv8n</a:t>
            </a:r>
            <a:r>
              <a:rPr lang="zh-CN" altLang="en-US" b="0" dirty="0"/>
              <a:t>模型。在这里我选的是</a:t>
            </a:r>
            <a:r>
              <a:rPr lang="en-US" altLang="zh-CN" b="0" dirty="0"/>
              <a:t>nano</a:t>
            </a:r>
            <a:r>
              <a:rPr lang="zh-CN" altLang="en-US" b="0" dirty="0"/>
              <a:t>版本，没有使用全量级的，主要是考虑到一个速度和精度的平衡，因为我还是希望在电脑上能实现实时处理。然后我们站在用户的视角看一下这个项目。在这张时序图里我通过了一条虚线把前后端分开了。首先，用户打开的是一个</a:t>
            </a:r>
            <a:r>
              <a:rPr lang="en-US" altLang="zh-CN" b="0" dirty="0"/>
              <a:t>Render</a:t>
            </a:r>
            <a:r>
              <a:rPr lang="zh-CN" altLang="en-US" b="0" dirty="0"/>
              <a:t>，也就是渲染进程。在这里他可以选一个本地视频文件，并根据需求配置一些处理参数，比如选择要打码的是人脸还是车牌。在开始处理之后呢，前端界面会把指令和配置打包，通过进程间通信（</a:t>
            </a:r>
            <a:r>
              <a:rPr lang="en-US" altLang="zh-CN" b="0" dirty="0"/>
              <a:t>IPC</a:t>
            </a:r>
            <a:r>
              <a:rPr lang="zh-CN" altLang="en-US" b="0" dirty="0"/>
              <a:t>），发送给</a:t>
            </a:r>
            <a:r>
              <a:rPr lang="en-US" altLang="zh-CN" b="0" dirty="0"/>
              <a:t>Electron</a:t>
            </a:r>
            <a:r>
              <a:rPr lang="zh-CN" altLang="en-US" b="0" dirty="0"/>
              <a:t>主进程（</a:t>
            </a:r>
            <a:r>
              <a:rPr lang="en-US" altLang="zh-CN" b="0" dirty="0"/>
              <a:t>Main</a:t>
            </a:r>
            <a:r>
              <a:rPr lang="zh-CN" altLang="en-US" b="0" dirty="0"/>
              <a:t>）。这个主进程负责管理整个应用，但它不亲自处理计算任务。主进程在收到任务后，会通过</a:t>
            </a:r>
            <a:r>
              <a:rPr lang="en-US" altLang="zh-CN" b="0" dirty="0"/>
              <a:t>JSON-RPC</a:t>
            </a:r>
            <a:r>
              <a:rPr lang="zh-CN" altLang="en-US" b="0" dirty="0"/>
              <a:t>远程调用，将任务请求转发给一个在后台独立运行的</a:t>
            </a:r>
            <a:r>
              <a:rPr lang="en-US" altLang="zh-CN" b="0" dirty="0"/>
              <a:t>Python</a:t>
            </a:r>
            <a:r>
              <a:rPr lang="zh-CN" altLang="en-US" b="0" dirty="0"/>
              <a:t>服务。</a:t>
            </a:r>
            <a:r>
              <a:rPr lang="en-US" altLang="zh-CN" b="0" dirty="0"/>
              <a:t>Python</a:t>
            </a:r>
            <a:r>
              <a:rPr lang="zh-CN" altLang="en-US" b="0" dirty="0"/>
              <a:t>服务接到指令后，会启动视频处理管线（</a:t>
            </a:r>
            <a:r>
              <a:rPr lang="en-US" altLang="zh-CN" b="0" dirty="0"/>
              <a:t>Pipe</a:t>
            </a:r>
            <a:r>
              <a:rPr lang="zh-CN" altLang="en-US" b="0" dirty="0"/>
              <a:t>），加载相应的</a:t>
            </a:r>
            <a:r>
              <a:rPr lang="en-US" altLang="zh-CN" b="0" dirty="0"/>
              <a:t>AI</a:t>
            </a:r>
            <a:r>
              <a:rPr lang="zh-CN" altLang="en-US" b="0" dirty="0"/>
              <a:t>模型。而在最后的视频管线区域呢，它会逐帧读取视频，然后把每帧送到</a:t>
            </a:r>
            <a:r>
              <a:rPr lang="en-US" altLang="zh-CN" b="0" dirty="0"/>
              <a:t>YOLOv8</a:t>
            </a:r>
            <a:r>
              <a:rPr lang="zh-CN" altLang="en-US" b="0" dirty="0"/>
              <a:t>去进行目标检测，再对检测到的边界框围成的区域进行风格化的处理，比如说马赛克啦，高斯模糊啦，最后把所有帧合成新的视频。视频的处理产物呢，有一个打过码的视频，还有一个</a:t>
            </a:r>
            <a:r>
              <a:rPr lang="en-US" altLang="zh-CN" b="0" dirty="0"/>
              <a:t>.pack</a:t>
            </a:r>
            <a:r>
              <a:rPr lang="zh-CN" altLang="en-US" b="0" dirty="0"/>
              <a:t>文件，它里面包含的是恢复信息的元数据包，采用了</a:t>
            </a:r>
            <a:r>
              <a:rPr lang="en-US" altLang="zh-CN" b="0" dirty="0"/>
              <a:t>AES-256-GCM</a:t>
            </a:r>
            <a:r>
              <a:rPr lang="zh-CN" altLang="en-US" b="0" dirty="0"/>
              <a:t>进行加密。在处理过程中，这个管线会持续地将进度反馈给</a:t>
            </a:r>
            <a:r>
              <a:rPr lang="en-US" altLang="zh-CN" b="0" dirty="0"/>
              <a:t>Python</a:t>
            </a:r>
            <a:r>
              <a:rPr lang="zh-CN" altLang="en-US" b="0" dirty="0"/>
              <a:t>服务并显示出来。在管线处理完成之后呢，</a:t>
            </a:r>
            <a:r>
              <a:rPr lang="en-US" altLang="zh-CN" b="0" dirty="0"/>
              <a:t>Python</a:t>
            </a:r>
            <a:r>
              <a:rPr lang="zh-CN" altLang="en-US" b="0" dirty="0"/>
              <a:t>服务就会将最终结果，包括一个“成功”或“失败”的状态，以及处理后视频的存储路径返回给</a:t>
            </a:r>
            <a:r>
              <a:rPr lang="en-US" altLang="zh-CN" b="0" dirty="0"/>
              <a:t>Electron</a:t>
            </a:r>
            <a:r>
              <a:rPr lang="zh-CN" altLang="en-US" b="0" dirty="0"/>
              <a:t>主进程。最后，主进程再将这个好消息传递回我们的前端界面。</a:t>
            </a:r>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A6837353-30EB-4A48-80EB-173D804AEFBD}" type="slidenum">
              <a:rPr kumimoji="0" lang="zh-CN" altLang="en-US" sz="1200" b="0" i="0" u="none" strike="noStrike" kern="1200" cap="none" spc="0" normalizeH="0" baseline="0" noProof="0" smtClean="0">
                <a:ln>
                  <a:noFill/>
                </a:ln>
                <a:solidFill>
                  <a:prstClr val="black"/>
                </a:solidFill>
                <a:effectLst/>
                <a:uLnTx/>
                <a:uFillTx/>
                <a:latin typeface="Calibri"/>
                <a:ea typeface="宋体" panose="02010600030101010101" pitchFamily="2" charset="-122"/>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zh-CN" altLang="en-US" sz="120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spTree>
    <p:extLst>
      <p:ext uri="{BB962C8B-B14F-4D97-AF65-F5344CB8AC3E}">
        <p14:creationId xmlns:p14="http://schemas.microsoft.com/office/powerpoint/2010/main" val="325220416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b="0" dirty="0"/>
              <a:t>优化上一方面是对于速度的优化，另一方面是对安全性的优化。关于视频处理方面呢，管线的核心是一套生产者</a:t>
            </a:r>
            <a:r>
              <a:rPr lang="en-US" altLang="zh-CN" b="0" dirty="0"/>
              <a:t>-</a:t>
            </a:r>
            <a:r>
              <a:rPr lang="zh-CN" altLang="en-US" b="0" dirty="0"/>
              <a:t>消费者的模式，多个</a:t>
            </a:r>
            <a:r>
              <a:rPr lang="en-US" altLang="zh-CN" b="0" dirty="0"/>
              <a:t>Worker</a:t>
            </a:r>
            <a:r>
              <a:rPr lang="zh-CN" altLang="en-US" b="0" dirty="0"/>
              <a:t>并行执行三件事：目标检测、</a:t>
            </a:r>
            <a:r>
              <a:rPr lang="en-US" altLang="zh-CN" b="0" dirty="0"/>
              <a:t>ROI </a:t>
            </a:r>
            <a:r>
              <a:rPr lang="zh-CN" altLang="en-US" b="0" dirty="0"/>
              <a:t>加密、匿名化渲染。这样并行的话一是可以减少相互阻塞，二是可以利用好</a:t>
            </a:r>
            <a:r>
              <a:rPr lang="en-US" altLang="zh-CN" b="0" dirty="0"/>
              <a:t>CPU</a:t>
            </a:r>
            <a:r>
              <a:rPr lang="zh-CN" altLang="en-US" b="0" dirty="0"/>
              <a:t>的多核性能，三是也方便我控制队列长度，防止内存爆炸。在推理方面呢是优先选择</a:t>
            </a:r>
            <a:r>
              <a:rPr lang="en-US" altLang="zh-CN" b="0" dirty="0"/>
              <a:t>CUDA</a:t>
            </a:r>
            <a:r>
              <a:rPr lang="zh-CN" altLang="en-US" b="0" dirty="0"/>
              <a:t>，没有的情况下才会选择</a:t>
            </a:r>
            <a:r>
              <a:rPr lang="en-US" altLang="zh-CN" b="0" dirty="0"/>
              <a:t>CPU</a:t>
            </a:r>
            <a:r>
              <a:rPr lang="zh-CN" altLang="en-US" b="0" dirty="0"/>
              <a:t>，毕竟</a:t>
            </a:r>
            <a:r>
              <a:rPr lang="en-US" altLang="zh-CN" b="0" dirty="0"/>
              <a:t>CUDA</a:t>
            </a:r>
            <a:r>
              <a:rPr lang="zh-CN" altLang="en-US" b="0" dirty="0"/>
              <a:t>做推理比</a:t>
            </a:r>
            <a:r>
              <a:rPr lang="en-US" altLang="zh-CN" b="0" dirty="0"/>
              <a:t>CPU</a:t>
            </a:r>
            <a:r>
              <a:rPr lang="zh-CN" altLang="en-US" b="0" dirty="0"/>
              <a:t>要快得多嘛。</a:t>
            </a:r>
            <a:endParaRPr lang="en-US" altLang="zh-CN" b="0" dirty="0"/>
          </a:p>
          <a:p>
            <a:r>
              <a:rPr lang="zh-CN" altLang="en-US" b="0" dirty="0"/>
              <a:t>在安全性上呢，应用是对目标内容做了</a:t>
            </a:r>
            <a:r>
              <a:rPr lang="en-US" altLang="zh-CN" b="0" dirty="0"/>
              <a:t>AES-256-GCM</a:t>
            </a:r>
            <a:r>
              <a:rPr lang="zh-CN" altLang="en-US" b="0" dirty="0"/>
              <a:t>加密，输出视频就不再包含原始信息了。对于</a:t>
            </a:r>
            <a:r>
              <a:rPr lang="en-US" altLang="zh-CN" b="0" dirty="0"/>
              <a:t>.pack</a:t>
            </a:r>
            <a:r>
              <a:rPr lang="zh-CN" altLang="en-US" b="0" dirty="0"/>
              <a:t>那个文件包呢，是做了它的完整性校验，防止它被篡改。总而言之，只要用户只要拥有密钥和</a:t>
            </a:r>
            <a:r>
              <a:rPr lang="en-US" altLang="zh-CN" b="0" dirty="0"/>
              <a:t>.pack</a:t>
            </a:r>
            <a:r>
              <a:rPr lang="zh-CN" altLang="en-US" b="0" dirty="0"/>
              <a:t>，就能恢复视频内容；但凡有一点不满足，就只能看到被遮挡过的视频。</a:t>
            </a:r>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A6837353-30EB-4A48-80EB-173D804AEFBD}" type="slidenum">
              <a:rPr kumimoji="0" lang="zh-CN" altLang="en-US" sz="1200" b="0" i="0" u="none" strike="noStrike" kern="1200" cap="none" spc="0" normalizeH="0" baseline="0" noProof="0" smtClean="0">
                <a:ln>
                  <a:noFill/>
                </a:ln>
                <a:solidFill>
                  <a:prstClr val="black"/>
                </a:solidFill>
                <a:effectLst/>
                <a:uLnTx/>
                <a:uFillTx/>
                <a:latin typeface="Calibri"/>
                <a:ea typeface="宋体" panose="02010600030101010101" pitchFamily="2" charset="-122"/>
                <a:cs typeface="+mn-cs"/>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0" lang="zh-CN" altLang="en-US" sz="120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spTree>
    <p:extLst>
      <p:ext uri="{BB962C8B-B14F-4D97-AF65-F5344CB8AC3E}">
        <p14:creationId xmlns:p14="http://schemas.microsoft.com/office/powerpoint/2010/main" val="192742496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b="0" dirty="0"/>
              <a:t>整体的流程讲完了大家可能会有一些疑问，就是你这个加密是怎么和马赛克结合起来的，所以我就再解释一下这里。首先我们可以确认的一点就是，视频不过是一帧一帧的组合，一帧可以视作一张图片，而每张图片都是一些编码而已。在我的这个项目当中，我们会提交一个特定的区域来进行打码，我们想实现恢复打码视频的话就必须想办法存储被打码视频区域的元数据，所以管线会在提取指定区域元数据后使用</a:t>
            </a:r>
            <a:r>
              <a:rPr lang="en-US" altLang="zh-CN" b="0" dirty="0"/>
              <a:t>AES</a:t>
            </a:r>
            <a:r>
              <a:rPr lang="zh-CN" altLang="en-US" b="0" dirty="0"/>
              <a:t>加密，实现元数据的保存和加密，防止没经过授权的用户能访问到原视频。在加密之后，管线会把相同位置的帧区域替换成模糊的效果，所以视频就只剩下打码后的内容了。而加密后的源文件呢，就被写进了</a:t>
            </a:r>
            <a:r>
              <a:rPr lang="en-US" altLang="zh-CN" b="0" dirty="0"/>
              <a:t>.pack</a:t>
            </a:r>
            <a:r>
              <a:rPr lang="zh-CN" altLang="en-US" b="0" dirty="0"/>
              <a:t>这个加密文件包里。包的头部会写一些视频的基本信息，比如版本、帧率、分辨率等等，然后就是存储每帧的数据。为了保证它的安全就是一些老生常谈的内容了，要公私钥加密、要完整性校验，这些我也都做了。实现加密之后，用户会得到的就是一个加密过的视频、一个保存元数据的包文件和两个密钥，一个是</a:t>
            </a:r>
            <a:r>
              <a:rPr lang="en-US" altLang="zh-CN" b="0" dirty="0"/>
              <a:t>AES</a:t>
            </a:r>
            <a:r>
              <a:rPr lang="zh-CN" altLang="en-US" b="0" dirty="0"/>
              <a:t>的公钥，另一个是</a:t>
            </a:r>
            <a:r>
              <a:rPr lang="en-US" altLang="zh-CN" b="0" dirty="0"/>
              <a:t>HMAC</a:t>
            </a:r>
            <a:r>
              <a:rPr lang="zh-CN" altLang="en-US" b="0" dirty="0"/>
              <a:t>的密钥。我原本以为做到这就算结束了，但我有一天突然觉得现在这种实现方式很不优雅。原本的设想明明是用户拿着密钥就可以解锁全部内容，但现在怎么还需要一个</a:t>
            </a:r>
            <a:r>
              <a:rPr lang="en-US" altLang="zh-CN" b="0" dirty="0"/>
              <a:t>.pack</a:t>
            </a:r>
            <a:r>
              <a:rPr lang="zh-CN" altLang="en-US" b="0" dirty="0"/>
              <a:t>文件包呢？这不就违背了一次分发的初衷了吗？我就想到大多数文件编码都会留一些给用户自定义的区域，那我就想</a:t>
            </a:r>
            <a:r>
              <a:rPr lang="en-US" altLang="zh-CN" b="0" dirty="0"/>
              <a:t>mp4</a:t>
            </a:r>
            <a:r>
              <a:rPr lang="zh-CN" altLang="en-US" b="0" dirty="0"/>
              <a:t>有没有这种东西呢？发现还真有，叫做</a:t>
            </a:r>
            <a:r>
              <a:rPr lang="en-US" altLang="zh-CN" b="0" dirty="0"/>
              <a:t>mp4</a:t>
            </a:r>
            <a:r>
              <a:rPr lang="zh-CN" altLang="en-US" b="0" dirty="0"/>
              <a:t>扩展盒。那现在我们就可以把元数据包直接存进</a:t>
            </a:r>
            <a:r>
              <a:rPr lang="en-US" altLang="zh-CN" b="0" dirty="0"/>
              <a:t>MP4</a:t>
            </a:r>
            <a:r>
              <a:rPr lang="zh-CN" altLang="en-US" b="0" dirty="0"/>
              <a:t>文件本身了。它的优点就是基于</a:t>
            </a:r>
            <a:r>
              <a:rPr lang="en-US" altLang="zh-CN" b="0" dirty="0"/>
              <a:t>ISO</a:t>
            </a:r>
            <a:r>
              <a:rPr lang="zh-CN" altLang="en-US" b="0" dirty="0"/>
              <a:t>标准，是通用的做法，也就是说可以兼容现有的工具，播放器如果不认识这个</a:t>
            </a:r>
            <a:r>
              <a:rPr lang="en-US" altLang="zh-CN" b="0" dirty="0"/>
              <a:t>box</a:t>
            </a:r>
            <a:r>
              <a:rPr lang="zh-CN" altLang="en-US" b="0" dirty="0"/>
              <a:t>的话就会忽略它，不会破坏视频本身。只要用我们的特定的播放器，输入解密密钥之后，就可以观看无码视频了。</a:t>
            </a:r>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A6837353-30EB-4A48-80EB-173D804AEFBD}" type="slidenum">
              <a:rPr kumimoji="0" lang="zh-CN" altLang="en-US" sz="1200" b="0" i="0" u="none" strike="noStrike" kern="1200" cap="none" spc="0" normalizeH="0" baseline="0" noProof="0" smtClean="0">
                <a:ln>
                  <a:noFill/>
                </a:ln>
                <a:solidFill>
                  <a:prstClr val="black"/>
                </a:solidFill>
                <a:effectLst/>
                <a:uLnTx/>
                <a:uFillTx/>
                <a:latin typeface="Calibri"/>
                <a:ea typeface="宋体" panose="02010600030101010101" pitchFamily="2" charset="-122"/>
                <a:cs typeface="+mn-cs"/>
              </a:rPr>
              <a:pPr marL="0" marR="0" lvl="0" indent="0" algn="r" defTabSz="914400" rtl="0" eaLnBrk="1" fontAlgn="auto" latinLnBrk="0" hangingPunct="1">
                <a:lnSpc>
                  <a:spcPct val="100000"/>
                </a:lnSpc>
                <a:spcBef>
                  <a:spcPts val="0"/>
                </a:spcBef>
                <a:spcAft>
                  <a:spcPts val="0"/>
                </a:spcAft>
                <a:buClrTx/>
                <a:buSzTx/>
                <a:buFontTx/>
                <a:buNone/>
                <a:tabLst/>
                <a:defRPr/>
              </a:pPr>
              <a:t>5</a:t>
            </a:fld>
            <a:endParaRPr kumimoji="0" lang="zh-CN" altLang="en-US" sz="120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spTree>
    <p:extLst>
      <p:ext uri="{BB962C8B-B14F-4D97-AF65-F5344CB8AC3E}">
        <p14:creationId xmlns:p14="http://schemas.microsoft.com/office/powerpoint/2010/main" val="249530689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122363"/>
            <a:ext cx="9144000" cy="2387600"/>
          </a:xfrm>
        </p:spPr>
        <p:txBody>
          <a:bodyPr anchor="b"/>
          <a:lstStyle>
            <a:lvl1pPr algn="ctr">
              <a:defRPr sz="6000"/>
            </a:lvl1pPr>
          </a:lstStyle>
          <a:p>
            <a:r>
              <a:rPr kumimoji="1" lang="zh-CN" altLang="en-US"/>
              <a:t>单击此处编辑母版标题样式</a:t>
            </a:r>
          </a:p>
        </p:txBody>
      </p:sp>
      <p:sp>
        <p:nvSpPr>
          <p:cNvPr id="3" name="副标题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zh-CN" altLang="en-US"/>
              <a:t>单击此处编辑母版副标题样式</a:t>
            </a:r>
          </a:p>
        </p:txBody>
      </p:sp>
      <p:sp>
        <p:nvSpPr>
          <p:cNvPr id="4" name="日期占位符 3"/>
          <p:cNvSpPr>
            <a:spLocks noGrp="1"/>
          </p:cNvSpPr>
          <p:nvPr>
            <p:ph type="dt" sz="half" idx="10"/>
          </p:nvPr>
        </p:nvSpPr>
        <p:spPr/>
        <p:txBody>
          <a:bodyPr/>
          <a:lstStyle/>
          <a:p>
            <a:fld id="{E7E08B94-B0B3-D748-9AF7-763EF72ADB9D}" type="datetimeFigureOut">
              <a:rPr kumimoji="1" lang="zh-CN" altLang="en-US" smtClean="0"/>
              <a:t>2025/10/27</a:t>
            </a:fld>
            <a:endParaRPr kumimoji="1" lang="zh-CN" altLang="en-US"/>
          </a:p>
        </p:txBody>
      </p:sp>
      <p:sp>
        <p:nvSpPr>
          <p:cNvPr id="5" name="页脚占位符 4"/>
          <p:cNvSpPr>
            <a:spLocks noGrp="1"/>
          </p:cNvSpPr>
          <p:nvPr>
            <p:ph type="ftr" sz="quarter" idx="11"/>
          </p:nvPr>
        </p:nvSpPr>
        <p:spPr/>
        <p:txBody>
          <a:bodyPr/>
          <a:lstStyle/>
          <a:p>
            <a:endParaRPr kumimoji="1" lang="zh-CN" altLang="en-US"/>
          </a:p>
        </p:txBody>
      </p:sp>
      <p:sp>
        <p:nvSpPr>
          <p:cNvPr id="6" name="灯片编号占位符 5"/>
          <p:cNvSpPr>
            <a:spLocks noGrp="1"/>
          </p:cNvSpPr>
          <p:nvPr>
            <p:ph type="sldNum" sz="quarter" idx="12"/>
          </p:nvPr>
        </p:nvSpPr>
        <p:spPr/>
        <p:txBody>
          <a:bodyPr/>
          <a:lstStyle/>
          <a:p>
            <a:fld id="{A3F02C1F-FECB-3F4B-A508-74C8F5CFF95E}" type="slidenum">
              <a:rPr kumimoji="1" lang="zh-CN" altLang="en-US" smtClean="0"/>
              <a:t>‹#›</a:t>
            </a:fld>
            <a:endParaRPr kumimoji="1" lang="zh-CN" altLang="en-US"/>
          </a:p>
        </p:txBody>
      </p:sp>
    </p:spTree>
    <p:extLst>
      <p:ext uri="{BB962C8B-B14F-4D97-AF65-F5344CB8AC3E}">
        <p14:creationId xmlns:p14="http://schemas.microsoft.com/office/powerpoint/2010/main" val="274283285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kumimoji="1" lang="zh-CN" altLang="en-US"/>
              <a:t>单击此处编辑母版标题样式</a:t>
            </a:r>
          </a:p>
        </p:txBody>
      </p:sp>
      <p:sp>
        <p:nvSpPr>
          <p:cNvPr id="3" name="内容占位符 2"/>
          <p:cNvSpPr>
            <a:spLocks noGrp="1"/>
          </p:cNvSpPr>
          <p:nvPr>
            <p:ph idx="1"/>
          </p:nvPr>
        </p:nvSpPr>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p:cNvSpPr>
            <a:spLocks noGrp="1"/>
          </p:cNvSpPr>
          <p:nvPr>
            <p:ph type="dt" sz="half" idx="10"/>
          </p:nvPr>
        </p:nvSpPr>
        <p:spPr/>
        <p:txBody>
          <a:bodyPr/>
          <a:lstStyle/>
          <a:p>
            <a:fld id="{E7E08B94-B0B3-D748-9AF7-763EF72ADB9D}" type="datetimeFigureOut">
              <a:rPr kumimoji="1" lang="zh-CN" altLang="en-US" smtClean="0"/>
              <a:t>2025/10/27</a:t>
            </a:fld>
            <a:endParaRPr kumimoji="1" lang="zh-CN" altLang="en-US"/>
          </a:p>
        </p:txBody>
      </p:sp>
      <p:sp>
        <p:nvSpPr>
          <p:cNvPr id="5" name="页脚占位符 4"/>
          <p:cNvSpPr>
            <a:spLocks noGrp="1"/>
          </p:cNvSpPr>
          <p:nvPr>
            <p:ph type="ftr" sz="quarter" idx="11"/>
          </p:nvPr>
        </p:nvSpPr>
        <p:spPr/>
        <p:txBody>
          <a:bodyPr/>
          <a:lstStyle/>
          <a:p>
            <a:endParaRPr kumimoji="1" lang="zh-CN" altLang="en-US"/>
          </a:p>
        </p:txBody>
      </p:sp>
      <p:sp>
        <p:nvSpPr>
          <p:cNvPr id="6" name="灯片编号占位符 5"/>
          <p:cNvSpPr>
            <a:spLocks noGrp="1"/>
          </p:cNvSpPr>
          <p:nvPr>
            <p:ph type="sldNum" sz="quarter" idx="12"/>
          </p:nvPr>
        </p:nvSpPr>
        <p:spPr/>
        <p:txBody>
          <a:bodyPr/>
          <a:lstStyle/>
          <a:p>
            <a:fld id="{A3F02C1F-FECB-3F4B-A508-74C8F5CFF95E}" type="slidenum">
              <a:rPr kumimoji="1" lang="zh-CN" altLang="en-US" smtClean="0"/>
              <a:t>‹#›</a:t>
            </a:fld>
            <a:endParaRPr kumimoji="1" lang="zh-CN" altLang="en-US"/>
          </a:p>
        </p:txBody>
      </p:sp>
    </p:spTree>
    <p:extLst>
      <p:ext uri="{BB962C8B-B14F-4D97-AF65-F5344CB8AC3E}">
        <p14:creationId xmlns:p14="http://schemas.microsoft.com/office/powerpoint/2010/main" val="202268297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831850" y="1709738"/>
            <a:ext cx="10515600" cy="2852737"/>
          </a:xfrm>
        </p:spPr>
        <p:txBody>
          <a:bodyPr anchor="b"/>
          <a:lstStyle>
            <a:lvl1pPr>
              <a:defRPr sz="6000"/>
            </a:lvl1pPr>
          </a:lstStyle>
          <a:p>
            <a:r>
              <a:rPr kumimoji="1" lang="zh-CN" altLang="en-US"/>
              <a:t>单击此处编辑母版标题样式</a:t>
            </a:r>
          </a:p>
        </p:txBody>
      </p:sp>
      <p:sp>
        <p:nvSpPr>
          <p:cNvPr id="3" name="文本占位符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zh-CN" altLang="en-US"/>
              <a:t>单击此处编辑母版文本样式</a:t>
            </a:r>
          </a:p>
        </p:txBody>
      </p:sp>
      <p:sp>
        <p:nvSpPr>
          <p:cNvPr id="4" name="日期占位符 3"/>
          <p:cNvSpPr>
            <a:spLocks noGrp="1"/>
          </p:cNvSpPr>
          <p:nvPr>
            <p:ph type="dt" sz="half" idx="10"/>
          </p:nvPr>
        </p:nvSpPr>
        <p:spPr/>
        <p:txBody>
          <a:bodyPr/>
          <a:lstStyle/>
          <a:p>
            <a:fld id="{E7E08B94-B0B3-D748-9AF7-763EF72ADB9D}" type="datetimeFigureOut">
              <a:rPr kumimoji="1" lang="zh-CN" altLang="en-US" smtClean="0"/>
              <a:t>2025/10/27</a:t>
            </a:fld>
            <a:endParaRPr kumimoji="1" lang="zh-CN" altLang="en-US"/>
          </a:p>
        </p:txBody>
      </p:sp>
      <p:sp>
        <p:nvSpPr>
          <p:cNvPr id="5" name="页脚占位符 4"/>
          <p:cNvSpPr>
            <a:spLocks noGrp="1"/>
          </p:cNvSpPr>
          <p:nvPr>
            <p:ph type="ftr" sz="quarter" idx="11"/>
          </p:nvPr>
        </p:nvSpPr>
        <p:spPr/>
        <p:txBody>
          <a:bodyPr/>
          <a:lstStyle/>
          <a:p>
            <a:endParaRPr kumimoji="1" lang="zh-CN" altLang="en-US"/>
          </a:p>
        </p:txBody>
      </p:sp>
      <p:sp>
        <p:nvSpPr>
          <p:cNvPr id="6" name="灯片编号占位符 5"/>
          <p:cNvSpPr>
            <a:spLocks noGrp="1"/>
          </p:cNvSpPr>
          <p:nvPr>
            <p:ph type="sldNum" sz="quarter" idx="12"/>
          </p:nvPr>
        </p:nvSpPr>
        <p:spPr/>
        <p:txBody>
          <a:bodyPr/>
          <a:lstStyle/>
          <a:p>
            <a:fld id="{A3F02C1F-FECB-3F4B-A508-74C8F5CFF95E}" type="slidenum">
              <a:rPr kumimoji="1" lang="zh-CN" altLang="en-US" smtClean="0"/>
              <a:t>‹#›</a:t>
            </a:fld>
            <a:endParaRPr kumimoji="1" lang="zh-CN" altLang="en-US"/>
          </a:p>
        </p:txBody>
      </p:sp>
    </p:spTree>
    <p:extLst>
      <p:ext uri="{BB962C8B-B14F-4D97-AF65-F5344CB8AC3E}">
        <p14:creationId xmlns:p14="http://schemas.microsoft.com/office/powerpoint/2010/main" val="50601664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kumimoji="1" lang="zh-CN" altLang="en-US"/>
              <a:t>单击此处编辑母版标题样式</a:t>
            </a:r>
          </a:p>
        </p:txBody>
      </p:sp>
      <p:sp>
        <p:nvSpPr>
          <p:cNvPr id="3" name="内容占位符 2"/>
          <p:cNvSpPr>
            <a:spLocks noGrp="1"/>
          </p:cNvSpPr>
          <p:nvPr>
            <p:ph sz="half" idx="1"/>
          </p:nvPr>
        </p:nvSpPr>
        <p:spPr>
          <a:xfrm>
            <a:off x="838200" y="1825625"/>
            <a:ext cx="5181600" cy="435133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内容占位符 3"/>
          <p:cNvSpPr>
            <a:spLocks noGrp="1"/>
          </p:cNvSpPr>
          <p:nvPr>
            <p:ph sz="half" idx="2"/>
          </p:nvPr>
        </p:nvSpPr>
        <p:spPr>
          <a:xfrm>
            <a:off x="6172200" y="1825625"/>
            <a:ext cx="5181600" cy="435133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5" name="日期占位符 4"/>
          <p:cNvSpPr>
            <a:spLocks noGrp="1"/>
          </p:cNvSpPr>
          <p:nvPr>
            <p:ph type="dt" sz="half" idx="10"/>
          </p:nvPr>
        </p:nvSpPr>
        <p:spPr/>
        <p:txBody>
          <a:bodyPr/>
          <a:lstStyle/>
          <a:p>
            <a:fld id="{E7E08B94-B0B3-D748-9AF7-763EF72ADB9D}" type="datetimeFigureOut">
              <a:rPr kumimoji="1" lang="zh-CN" altLang="en-US" smtClean="0"/>
              <a:t>2025/10/27</a:t>
            </a:fld>
            <a:endParaRPr kumimoji="1" lang="zh-CN" altLang="en-US"/>
          </a:p>
        </p:txBody>
      </p:sp>
      <p:sp>
        <p:nvSpPr>
          <p:cNvPr id="6" name="页脚占位符 5"/>
          <p:cNvSpPr>
            <a:spLocks noGrp="1"/>
          </p:cNvSpPr>
          <p:nvPr>
            <p:ph type="ftr" sz="quarter" idx="11"/>
          </p:nvPr>
        </p:nvSpPr>
        <p:spPr/>
        <p:txBody>
          <a:bodyPr/>
          <a:lstStyle/>
          <a:p>
            <a:endParaRPr kumimoji="1" lang="zh-CN" altLang="en-US"/>
          </a:p>
        </p:txBody>
      </p:sp>
      <p:sp>
        <p:nvSpPr>
          <p:cNvPr id="7" name="灯片编号占位符 6"/>
          <p:cNvSpPr>
            <a:spLocks noGrp="1"/>
          </p:cNvSpPr>
          <p:nvPr>
            <p:ph type="sldNum" sz="quarter" idx="12"/>
          </p:nvPr>
        </p:nvSpPr>
        <p:spPr/>
        <p:txBody>
          <a:bodyPr/>
          <a:lstStyle/>
          <a:p>
            <a:fld id="{A3F02C1F-FECB-3F4B-A508-74C8F5CFF95E}" type="slidenum">
              <a:rPr kumimoji="1" lang="zh-CN" altLang="en-US" smtClean="0"/>
              <a:t>‹#›</a:t>
            </a:fld>
            <a:endParaRPr kumimoji="1" lang="zh-CN" altLang="en-US"/>
          </a:p>
        </p:txBody>
      </p:sp>
    </p:spTree>
    <p:extLst>
      <p:ext uri="{BB962C8B-B14F-4D97-AF65-F5344CB8AC3E}">
        <p14:creationId xmlns:p14="http://schemas.microsoft.com/office/powerpoint/2010/main" val="104000960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839788" y="365125"/>
            <a:ext cx="10515600" cy="1325563"/>
          </a:xfrm>
        </p:spPr>
        <p:txBody>
          <a:bodyPr/>
          <a:lstStyle/>
          <a:p>
            <a:r>
              <a:rPr kumimoji="1" lang="zh-CN" altLang="en-US"/>
              <a:t>单击此处编辑母版标题样式</a:t>
            </a:r>
          </a:p>
        </p:txBody>
      </p:sp>
      <p:sp>
        <p:nvSpPr>
          <p:cNvPr id="3" name="文本占位符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zh-CN" altLang="en-US"/>
              <a:t>单击此处编辑母版文本样式</a:t>
            </a:r>
          </a:p>
        </p:txBody>
      </p:sp>
      <p:sp>
        <p:nvSpPr>
          <p:cNvPr id="4" name="内容占位符 3"/>
          <p:cNvSpPr>
            <a:spLocks noGrp="1"/>
          </p:cNvSpPr>
          <p:nvPr>
            <p:ph sz="half" idx="2"/>
          </p:nvPr>
        </p:nvSpPr>
        <p:spPr>
          <a:xfrm>
            <a:off x="839788" y="2505075"/>
            <a:ext cx="5157787" cy="368458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5" name="文本占位符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zh-CN" altLang="en-US"/>
              <a:t>单击此处编辑母版文本样式</a:t>
            </a:r>
          </a:p>
        </p:txBody>
      </p:sp>
      <p:sp>
        <p:nvSpPr>
          <p:cNvPr id="6" name="内容占位符 5"/>
          <p:cNvSpPr>
            <a:spLocks noGrp="1"/>
          </p:cNvSpPr>
          <p:nvPr>
            <p:ph sz="quarter" idx="4"/>
          </p:nvPr>
        </p:nvSpPr>
        <p:spPr>
          <a:xfrm>
            <a:off x="6172200" y="2505075"/>
            <a:ext cx="5183188" cy="368458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7" name="日期占位符 6"/>
          <p:cNvSpPr>
            <a:spLocks noGrp="1"/>
          </p:cNvSpPr>
          <p:nvPr>
            <p:ph type="dt" sz="half" idx="10"/>
          </p:nvPr>
        </p:nvSpPr>
        <p:spPr/>
        <p:txBody>
          <a:bodyPr/>
          <a:lstStyle/>
          <a:p>
            <a:fld id="{E7E08B94-B0B3-D748-9AF7-763EF72ADB9D}" type="datetimeFigureOut">
              <a:rPr kumimoji="1" lang="zh-CN" altLang="en-US" smtClean="0"/>
              <a:t>2025/10/27</a:t>
            </a:fld>
            <a:endParaRPr kumimoji="1" lang="zh-CN" altLang="en-US"/>
          </a:p>
        </p:txBody>
      </p:sp>
      <p:sp>
        <p:nvSpPr>
          <p:cNvPr id="8" name="页脚占位符 7"/>
          <p:cNvSpPr>
            <a:spLocks noGrp="1"/>
          </p:cNvSpPr>
          <p:nvPr>
            <p:ph type="ftr" sz="quarter" idx="11"/>
          </p:nvPr>
        </p:nvSpPr>
        <p:spPr/>
        <p:txBody>
          <a:bodyPr/>
          <a:lstStyle/>
          <a:p>
            <a:endParaRPr kumimoji="1" lang="zh-CN" altLang="en-US"/>
          </a:p>
        </p:txBody>
      </p:sp>
      <p:sp>
        <p:nvSpPr>
          <p:cNvPr id="9" name="灯片编号占位符 8"/>
          <p:cNvSpPr>
            <a:spLocks noGrp="1"/>
          </p:cNvSpPr>
          <p:nvPr>
            <p:ph type="sldNum" sz="quarter" idx="12"/>
          </p:nvPr>
        </p:nvSpPr>
        <p:spPr/>
        <p:txBody>
          <a:bodyPr/>
          <a:lstStyle/>
          <a:p>
            <a:fld id="{A3F02C1F-FECB-3F4B-A508-74C8F5CFF95E}" type="slidenum">
              <a:rPr kumimoji="1" lang="zh-CN" altLang="en-US" smtClean="0"/>
              <a:t>‹#›</a:t>
            </a:fld>
            <a:endParaRPr kumimoji="1" lang="zh-CN" altLang="en-US"/>
          </a:p>
        </p:txBody>
      </p:sp>
    </p:spTree>
    <p:extLst>
      <p:ext uri="{BB962C8B-B14F-4D97-AF65-F5344CB8AC3E}">
        <p14:creationId xmlns:p14="http://schemas.microsoft.com/office/powerpoint/2010/main" val="266410668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kumimoji="1" lang="zh-CN" altLang="en-US"/>
              <a:t>单击此处编辑母版标题样式</a:t>
            </a:r>
          </a:p>
        </p:txBody>
      </p:sp>
      <p:sp>
        <p:nvSpPr>
          <p:cNvPr id="3" name="日期占位符 2"/>
          <p:cNvSpPr>
            <a:spLocks noGrp="1"/>
          </p:cNvSpPr>
          <p:nvPr>
            <p:ph type="dt" sz="half" idx="10"/>
          </p:nvPr>
        </p:nvSpPr>
        <p:spPr/>
        <p:txBody>
          <a:bodyPr/>
          <a:lstStyle/>
          <a:p>
            <a:fld id="{E7E08B94-B0B3-D748-9AF7-763EF72ADB9D}" type="datetimeFigureOut">
              <a:rPr kumimoji="1" lang="zh-CN" altLang="en-US" smtClean="0"/>
              <a:t>2025/10/27</a:t>
            </a:fld>
            <a:endParaRPr kumimoji="1" lang="zh-CN" altLang="en-US"/>
          </a:p>
        </p:txBody>
      </p:sp>
      <p:sp>
        <p:nvSpPr>
          <p:cNvPr id="4" name="页脚占位符 3"/>
          <p:cNvSpPr>
            <a:spLocks noGrp="1"/>
          </p:cNvSpPr>
          <p:nvPr>
            <p:ph type="ftr" sz="quarter" idx="11"/>
          </p:nvPr>
        </p:nvSpPr>
        <p:spPr/>
        <p:txBody>
          <a:bodyPr/>
          <a:lstStyle/>
          <a:p>
            <a:endParaRPr kumimoji="1" lang="zh-CN" altLang="en-US"/>
          </a:p>
        </p:txBody>
      </p:sp>
      <p:sp>
        <p:nvSpPr>
          <p:cNvPr id="5" name="灯片编号占位符 4"/>
          <p:cNvSpPr>
            <a:spLocks noGrp="1"/>
          </p:cNvSpPr>
          <p:nvPr>
            <p:ph type="sldNum" sz="quarter" idx="12"/>
          </p:nvPr>
        </p:nvSpPr>
        <p:spPr/>
        <p:txBody>
          <a:bodyPr/>
          <a:lstStyle/>
          <a:p>
            <a:fld id="{A3F02C1F-FECB-3F4B-A508-74C8F5CFF95E}" type="slidenum">
              <a:rPr kumimoji="1" lang="zh-CN" altLang="en-US" smtClean="0"/>
              <a:t>‹#›</a:t>
            </a:fld>
            <a:endParaRPr kumimoji="1" lang="zh-CN" altLang="en-US"/>
          </a:p>
        </p:txBody>
      </p:sp>
    </p:spTree>
    <p:extLst>
      <p:ext uri="{BB962C8B-B14F-4D97-AF65-F5344CB8AC3E}">
        <p14:creationId xmlns:p14="http://schemas.microsoft.com/office/powerpoint/2010/main" val="195075721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E7E08B94-B0B3-D748-9AF7-763EF72ADB9D}" type="datetimeFigureOut">
              <a:rPr kumimoji="1" lang="zh-CN" altLang="en-US" smtClean="0"/>
              <a:t>2025/10/27</a:t>
            </a:fld>
            <a:endParaRPr kumimoji="1" lang="zh-CN" altLang="en-US"/>
          </a:p>
        </p:txBody>
      </p:sp>
      <p:sp>
        <p:nvSpPr>
          <p:cNvPr id="3" name="页脚占位符 2"/>
          <p:cNvSpPr>
            <a:spLocks noGrp="1"/>
          </p:cNvSpPr>
          <p:nvPr>
            <p:ph type="ftr" sz="quarter" idx="11"/>
          </p:nvPr>
        </p:nvSpPr>
        <p:spPr/>
        <p:txBody>
          <a:bodyPr/>
          <a:lstStyle/>
          <a:p>
            <a:endParaRPr kumimoji="1" lang="zh-CN" altLang="en-US"/>
          </a:p>
        </p:txBody>
      </p:sp>
      <p:sp>
        <p:nvSpPr>
          <p:cNvPr id="4" name="灯片编号占位符 3"/>
          <p:cNvSpPr>
            <a:spLocks noGrp="1"/>
          </p:cNvSpPr>
          <p:nvPr>
            <p:ph type="sldNum" sz="quarter" idx="12"/>
          </p:nvPr>
        </p:nvSpPr>
        <p:spPr/>
        <p:txBody>
          <a:bodyPr/>
          <a:lstStyle/>
          <a:p>
            <a:fld id="{A3F02C1F-FECB-3F4B-A508-74C8F5CFF95E}" type="slidenum">
              <a:rPr kumimoji="1" lang="zh-CN" altLang="en-US" smtClean="0"/>
              <a:t>‹#›</a:t>
            </a:fld>
            <a:endParaRPr kumimoji="1" lang="zh-CN" altLang="en-US"/>
          </a:p>
        </p:txBody>
      </p:sp>
    </p:spTree>
    <p:extLst>
      <p:ext uri="{BB962C8B-B14F-4D97-AF65-F5344CB8AC3E}">
        <p14:creationId xmlns:p14="http://schemas.microsoft.com/office/powerpoint/2010/main" val="60922957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839788" y="457200"/>
            <a:ext cx="3932237" cy="1600200"/>
          </a:xfrm>
        </p:spPr>
        <p:txBody>
          <a:bodyPr anchor="b"/>
          <a:lstStyle>
            <a:lvl1pPr>
              <a:defRPr sz="3200"/>
            </a:lvl1pPr>
          </a:lstStyle>
          <a:p>
            <a:r>
              <a:rPr kumimoji="1" lang="zh-CN" altLang="en-US"/>
              <a:t>单击此处编辑母版标题样式</a:t>
            </a:r>
          </a:p>
        </p:txBody>
      </p:sp>
      <p:sp>
        <p:nvSpPr>
          <p:cNvPr id="3" name="内容占位符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文本占位符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zh-CN" altLang="en-US"/>
              <a:t>单击此处编辑母版文本样式</a:t>
            </a:r>
          </a:p>
        </p:txBody>
      </p:sp>
      <p:sp>
        <p:nvSpPr>
          <p:cNvPr id="5" name="日期占位符 4"/>
          <p:cNvSpPr>
            <a:spLocks noGrp="1"/>
          </p:cNvSpPr>
          <p:nvPr>
            <p:ph type="dt" sz="half" idx="10"/>
          </p:nvPr>
        </p:nvSpPr>
        <p:spPr/>
        <p:txBody>
          <a:bodyPr/>
          <a:lstStyle/>
          <a:p>
            <a:fld id="{E7E08B94-B0B3-D748-9AF7-763EF72ADB9D}" type="datetimeFigureOut">
              <a:rPr kumimoji="1" lang="zh-CN" altLang="en-US" smtClean="0"/>
              <a:t>2025/10/27</a:t>
            </a:fld>
            <a:endParaRPr kumimoji="1" lang="zh-CN" altLang="en-US"/>
          </a:p>
        </p:txBody>
      </p:sp>
      <p:sp>
        <p:nvSpPr>
          <p:cNvPr id="6" name="页脚占位符 5"/>
          <p:cNvSpPr>
            <a:spLocks noGrp="1"/>
          </p:cNvSpPr>
          <p:nvPr>
            <p:ph type="ftr" sz="quarter" idx="11"/>
          </p:nvPr>
        </p:nvSpPr>
        <p:spPr/>
        <p:txBody>
          <a:bodyPr/>
          <a:lstStyle/>
          <a:p>
            <a:endParaRPr kumimoji="1" lang="zh-CN" altLang="en-US"/>
          </a:p>
        </p:txBody>
      </p:sp>
      <p:sp>
        <p:nvSpPr>
          <p:cNvPr id="7" name="灯片编号占位符 6"/>
          <p:cNvSpPr>
            <a:spLocks noGrp="1"/>
          </p:cNvSpPr>
          <p:nvPr>
            <p:ph type="sldNum" sz="quarter" idx="12"/>
          </p:nvPr>
        </p:nvSpPr>
        <p:spPr/>
        <p:txBody>
          <a:bodyPr/>
          <a:lstStyle/>
          <a:p>
            <a:fld id="{A3F02C1F-FECB-3F4B-A508-74C8F5CFF95E}" type="slidenum">
              <a:rPr kumimoji="1" lang="zh-CN" altLang="en-US" smtClean="0"/>
              <a:t>‹#›</a:t>
            </a:fld>
            <a:endParaRPr kumimoji="1" lang="zh-CN" altLang="en-US"/>
          </a:p>
        </p:txBody>
      </p:sp>
    </p:spTree>
    <p:extLst>
      <p:ext uri="{BB962C8B-B14F-4D97-AF65-F5344CB8AC3E}">
        <p14:creationId xmlns:p14="http://schemas.microsoft.com/office/powerpoint/2010/main" val="25801558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839788" y="457200"/>
            <a:ext cx="3932237" cy="1600200"/>
          </a:xfrm>
        </p:spPr>
        <p:txBody>
          <a:bodyPr anchor="b"/>
          <a:lstStyle>
            <a:lvl1pPr>
              <a:defRPr sz="3200"/>
            </a:lvl1pPr>
          </a:lstStyle>
          <a:p>
            <a:r>
              <a:rPr kumimoji="1" lang="zh-CN" altLang="en-US"/>
              <a:t>单击此处编辑母版标题样式</a:t>
            </a:r>
          </a:p>
        </p:txBody>
      </p:sp>
      <p:sp>
        <p:nvSpPr>
          <p:cNvPr id="3" name="图片占位符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zh-CN" altLang="en-US"/>
          </a:p>
        </p:txBody>
      </p:sp>
      <p:sp>
        <p:nvSpPr>
          <p:cNvPr id="4" name="文本占位符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zh-CN" altLang="en-US"/>
              <a:t>单击此处编辑母版文本样式</a:t>
            </a:r>
          </a:p>
        </p:txBody>
      </p:sp>
      <p:sp>
        <p:nvSpPr>
          <p:cNvPr id="5" name="日期占位符 4"/>
          <p:cNvSpPr>
            <a:spLocks noGrp="1"/>
          </p:cNvSpPr>
          <p:nvPr>
            <p:ph type="dt" sz="half" idx="10"/>
          </p:nvPr>
        </p:nvSpPr>
        <p:spPr/>
        <p:txBody>
          <a:bodyPr/>
          <a:lstStyle/>
          <a:p>
            <a:fld id="{E7E08B94-B0B3-D748-9AF7-763EF72ADB9D}" type="datetimeFigureOut">
              <a:rPr kumimoji="1" lang="zh-CN" altLang="en-US" smtClean="0"/>
              <a:t>2025/10/27</a:t>
            </a:fld>
            <a:endParaRPr kumimoji="1" lang="zh-CN" altLang="en-US"/>
          </a:p>
        </p:txBody>
      </p:sp>
      <p:sp>
        <p:nvSpPr>
          <p:cNvPr id="6" name="页脚占位符 5"/>
          <p:cNvSpPr>
            <a:spLocks noGrp="1"/>
          </p:cNvSpPr>
          <p:nvPr>
            <p:ph type="ftr" sz="quarter" idx="11"/>
          </p:nvPr>
        </p:nvSpPr>
        <p:spPr/>
        <p:txBody>
          <a:bodyPr/>
          <a:lstStyle/>
          <a:p>
            <a:endParaRPr kumimoji="1" lang="zh-CN" altLang="en-US"/>
          </a:p>
        </p:txBody>
      </p:sp>
      <p:sp>
        <p:nvSpPr>
          <p:cNvPr id="7" name="灯片编号占位符 6"/>
          <p:cNvSpPr>
            <a:spLocks noGrp="1"/>
          </p:cNvSpPr>
          <p:nvPr>
            <p:ph type="sldNum" sz="quarter" idx="12"/>
          </p:nvPr>
        </p:nvSpPr>
        <p:spPr/>
        <p:txBody>
          <a:bodyPr/>
          <a:lstStyle/>
          <a:p>
            <a:fld id="{A3F02C1F-FECB-3F4B-A508-74C8F5CFF95E}" type="slidenum">
              <a:rPr kumimoji="1" lang="zh-CN" altLang="en-US" smtClean="0"/>
              <a:t>‹#›</a:t>
            </a:fld>
            <a:endParaRPr kumimoji="1" lang="zh-CN" altLang="en-US"/>
          </a:p>
        </p:txBody>
      </p:sp>
    </p:spTree>
    <p:extLst>
      <p:ext uri="{BB962C8B-B14F-4D97-AF65-F5344CB8AC3E}">
        <p14:creationId xmlns:p14="http://schemas.microsoft.com/office/powerpoint/2010/main" val="35981021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kumimoji="1" lang="zh-CN" altLang="en-US"/>
              <a:t>单击此处编辑母版标题样式</a:t>
            </a:r>
          </a:p>
        </p:txBody>
      </p:sp>
      <p:sp>
        <p:nvSpPr>
          <p:cNvPr id="3" name="竖排文字占位符 2"/>
          <p:cNvSpPr>
            <a:spLocks noGrp="1"/>
          </p:cNvSpPr>
          <p:nvPr>
            <p:ph type="body" orient="vert" idx="1"/>
          </p:nvPr>
        </p:nvSpPr>
        <p:spPr/>
        <p:txBody>
          <a:bodyPr vert="eaVert"/>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p:cNvSpPr>
            <a:spLocks noGrp="1"/>
          </p:cNvSpPr>
          <p:nvPr>
            <p:ph type="dt" sz="half" idx="10"/>
          </p:nvPr>
        </p:nvSpPr>
        <p:spPr/>
        <p:txBody>
          <a:bodyPr/>
          <a:lstStyle/>
          <a:p>
            <a:fld id="{E7E08B94-B0B3-D748-9AF7-763EF72ADB9D}" type="datetimeFigureOut">
              <a:rPr kumimoji="1" lang="zh-CN" altLang="en-US" smtClean="0"/>
              <a:t>2025/10/27</a:t>
            </a:fld>
            <a:endParaRPr kumimoji="1" lang="zh-CN" altLang="en-US"/>
          </a:p>
        </p:txBody>
      </p:sp>
      <p:sp>
        <p:nvSpPr>
          <p:cNvPr id="5" name="页脚占位符 4"/>
          <p:cNvSpPr>
            <a:spLocks noGrp="1"/>
          </p:cNvSpPr>
          <p:nvPr>
            <p:ph type="ftr" sz="quarter" idx="11"/>
          </p:nvPr>
        </p:nvSpPr>
        <p:spPr/>
        <p:txBody>
          <a:bodyPr/>
          <a:lstStyle/>
          <a:p>
            <a:endParaRPr kumimoji="1" lang="zh-CN" altLang="en-US"/>
          </a:p>
        </p:txBody>
      </p:sp>
      <p:sp>
        <p:nvSpPr>
          <p:cNvPr id="6" name="灯片编号占位符 5"/>
          <p:cNvSpPr>
            <a:spLocks noGrp="1"/>
          </p:cNvSpPr>
          <p:nvPr>
            <p:ph type="sldNum" sz="quarter" idx="12"/>
          </p:nvPr>
        </p:nvSpPr>
        <p:spPr/>
        <p:txBody>
          <a:bodyPr/>
          <a:lstStyle/>
          <a:p>
            <a:fld id="{A3F02C1F-FECB-3F4B-A508-74C8F5CFF95E}" type="slidenum">
              <a:rPr kumimoji="1" lang="zh-CN" altLang="en-US" smtClean="0"/>
              <a:t>‹#›</a:t>
            </a:fld>
            <a:endParaRPr kumimoji="1" lang="zh-CN" altLang="en-US"/>
          </a:p>
        </p:txBody>
      </p:sp>
    </p:spTree>
    <p:extLst>
      <p:ext uri="{BB962C8B-B14F-4D97-AF65-F5344CB8AC3E}">
        <p14:creationId xmlns:p14="http://schemas.microsoft.com/office/powerpoint/2010/main" val="30593165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8724900" y="365125"/>
            <a:ext cx="2628900" cy="5811838"/>
          </a:xfrm>
        </p:spPr>
        <p:txBody>
          <a:bodyPr vert="eaVert"/>
          <a:lstStyle/>
          <a:p>
            <a:r>
              <a:rPr kumimoji="1" lang="zh-CN" altLang="en-US"/>
              <a:t>单击此处编辑母版标题样式</a:t>
            </a:r>
          </a:p>
        </p:txBody>
      </p:sp>
      <p:sp>
        <p:nvSpPr>
          <p:cNvPr id="3" name="竖排文字占位符 2"/>
          <p:cNvSpPr>
            <a:spLocks noGrp="1"/>
          </p:cNvSpPr>
          <p:nvPr>
            <p:ph type="body" orient="vert" idx="1"/>
          </p:nvPr>
        </p:nvSpPr>
        <p:spPr>
          <a:xfrm>
            <a:off x="838200" y="365125"/>
            <a:ext cx="7734300" cy="5811838"/>
          </a:xfrm>
        </p:spPr>
        <p:txBody>
          <a:bodyPr vert="eaVert"/>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p:cNvSpPr>
            <a:spLocks noGrp="1"/>
          </p:cNvSpPr>
          <p:nvPr>
            <p:ph type="dt" sz="half" idx="10"/>
          </p:nvPr>
        </p:nvSpPr>
        <p:spPr/>
        <p:txBody>
          <a:bodyPr/>
          <a:lstStyle/>
          <a:p>
            <a:fld id="{E7E08B94-B0B3-D748-9AF7-763EF72ADB9D}" type="datetimeFigureOut">
              <a:rPr kumimoji="1" lang="zh-CN" altLang="en-US" smtClean="0"/>
              <a:t>2025/10/27</a:t>
            </a:fld>
            <a:endParaRPr kumimoji="1" lang="zh-CN" altLang="en-US"/>
          </a:p>
        </p:txBody>
      </p:sp>
      <p:sp>
        <p:nvSpPr>
          <p:cNvPr id="5" name="页脚占位符 4"/>
          <p:cNvSpPr>
            <a:spLocks noGrp="1"/>
          </p:cNvSpPr>
          <p:nvPr>
            <p:ph type="ftr" sz="quarter" idx="11"/>
          </p:nvPr>
        </p:nvSpPr>
        <p:spPr/>
        <p:txBody>
          <a:bodyPr/>
          <a:lstStyle/>
          <a:p>
            <a:endParaRPr kumimoji="1" lang="zh-CN" altLang="en-US"/>
          </a:p>
        </p:txBody>
      </p:sp>
      <p:sp>
        <p:nvSpPr>
          <p:cNvPr id="6" name="灯片编号占位符 5"/>
          <p:cNvSpPr>
            <a:spLocks noGrp="1"/>
          </p:cNvSpPr>
          <p:nvPr>
            <p:ph type="sldNum" sz="quarter" idx="12"/>
          </p:nvPr>
        </p:nvSpPr>
        <p:spPr/>
        <p:txBody>
          <a:bodyPr/>
          <a:lstStyle/>
          <a:p>
            <a:fld id="{A3F02C1F-FECB-3F4B-A508-74C8F5CFF95E}" type="slidenum">
              <a:rPr kumimoji="1" lang="zh-CN" altLang="en-US" smtClean="0"/>
              <a:t>‹#›</a:t>
            </a:fld>
            <a:endParaRPr kumimoji="1" lang="zh-CN" altLang="en-US"/>
          </a:p>
        </p:txBody>
      </p:sp>
    </p:spTree>
    <p:extLst>
      <p:ext uri="{BB962C8B-B14F-4D97-AF65-F5344CB8AC3E}">
        <p14:creationId xmlns:p14="http://schemas.microsoft.com/office/powerpoint/2010/main" val="104074990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1851A3"/>
        </a:solidFill>
        <a:effectLst/>
      </p:bgPr>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zh-CN" altLang="en-US"/>
              <a:t>单击此处编辑母版标题样式</a:t>
            </a:r>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7E08B94-B0B3-D748-9AF7-763EF72ADB9D}" type="datetimeFigureOut">
              <a:rPr kumimoji="1" lang="zh-CN" altLang="en-US" smtClean="0"/>
              <a:t>2025/10/27</a:t>
            </a:fld>
            <a:endParaRPr kumimoji="1" lang="zh-CN" altLang="en-US"/>
          </a:p>
        </p:txBody>
      </p:sp>
      <p:sp>
        <p:nvSpPr>
          <p:cNvPr id="5"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zh-CN" altLang="en-US"/>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A3F02C1F-FECB-3F4B-A508-74C8F5CFF95E}" type="slidenum">
              <a:rPr kumimoji="1" lang="zh-CN" altLang="en-US" smtClean="0"/>
              <a:t>‹#›</a:t>
            </a:fld>
            <a:endParaRPr kumimoji="1" lang="zh-CN" altLang="en-US"/>
          </a:p>
        </p:txBody>
      </p:sp>
    </p:spTree>
    <p:extLst>
      <p:ext uri="{BB962C8B-B14F-4D97-AF65-F5344CB8AC3E}">
        <p14:creationId xmlns:p14="http://schemas.microsoft.com/office/powerpoint/2010/main" val="3252002184"/>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svg"/></Relationships>
</file>

<file path=ppt/slides/_rels/slide2.xml.rels><?xml version="1.0" encoding="UTF-8" standalone="yes"?>
<Relationships xmlns="http://schemas.openxmlformats.org/package/2006/relationships"><Relationship Id="rId8" Type="http://schemas.openxmlformats.org/officeDocument/2006/relationships/diagramColors" Target="../diagrams/colors1.xml"/><Relationship Id="rId3" Type="http://schemas.openxmlformats.org/officeDocument/2006/relationships/image" Target="../media/image3.png"/><Relationship Id="rId7" Type="http://schemas.openxmlformats.org/officeDocument/2006/relationships/diagramQuickStyle" Target="../diagrams/quickStyle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Layout" Target="../diagrams/layout1.xml"/><Relationship Id="rId5" Type="http://schemas.openxmlformats.org/officeDocument/2006/relationships/diagramData" Target="../diagrams/data1.xml"/><Relationship Id="rId4" Type="http://schemas.openxmlformats.org/officeDocument/2006/relationships/image" Target="../media/image4.svg"/><Relationship Id="rId9" Type="http://schemas.microsoft.com/office/2007/relationships/diagramDrawing" Target="../diagrams/drawing1.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svg"/></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image" Target="../media/image4.sv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8.png"/><Relationship Id="rId4" Type="http://schemas.openxmlformats.org/officeDocument/2006/relationships/image" Target="../media/image4.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p:cNvSpPr/>
          <p:nvPr/>
        </p:nvSpPr>
        <p:spPr>
          <a:xfrm>
            <a:off x="270387" y="265471"/>
            <a:ext cx="11651226" cy="632705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zh-CN" altLang="en-US" sz="1800" b="0" i="0" u="none" strike="noStrike" kern="1200" cap="none" spc="0" normalizeH="0" baseline="0" noProof="0" dirty="0">
              <a:ln>
                <a:noFill/>
              </a:ln>
              <a:solidFill>
                <a:prstClr val="white"/>
              </a:solidFill>
              <a:effectLst/>
              <a:uLnTx/>
              <a:uFillTx/>
              <a:latin typeface="等线"/>
              <a:ea typeface="等线" panose="02010600030101010101" pitchFamily="2" charset="-122"/>
              <a:cs typeface="+mn-cs"/>
            </a:endParaRPr>
          </a:p>
        </p:txBody>
      </p:sp>
      <p:grpSp>
        <p:nvGrpSpPr>
          <p:cNvPr id="9" name="组合 8">
            <a:extLst>
              <a:ext uri="{FF2B5EF4-FFF2-40B4-BE49-F238E27FC236}">
                <a16:creationId xmlns:a16="http://schemas.microsoft.com/office/drawing/2014/main" id="{961C6F0D-C172-F244-5710-88121BDC154D}"/>
              </a:ext>
            </a:extLst>
          </p:cNvPr>
          <p:cNvGrpSpPr/>
          <p:nvPr/>
        </p:nvGrpSpPr>
        <p:grpSpPr>
          <a:xfrm>
            <a:off x="3926813" y="5168318"/>
            <a:ext cx="4338373" cy="338554"/>
            <a:chOff x="3923200" y="4613759"/>
            <a:chExt cx="4338373" cy="338554"/>
          </a:xfrm>
        </p:grpSpPr>
        <p:sp>
          <p:nvSpPr>
            <p:cNvPr id="10" name="文本框 9"/>
            <p:cNvSpPr txBox="1"/>
            <p:nvPr/>
          </p:nvSpPr>
          <p:spPr>
            <a:xfrm>
              <a:off x="4889163" y="4613759"/>
              <a:ext cx="2332690" cy="338554"/>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CN" altLang="en-US" sz="1600" b="0" i="0" u="none" strike="noStrike" kern="1200" cap="none" spc="300" normalizeH="0" baseline="0" noProof="0" dirty="0">
                  <a:ln>
                    <a:noFill/>
                  </a:ln>
                  <a:solidFill>
                    <a:srgbClr val="1851A3"/>
                  </a:solidFill>
                  <a:effectLst/>
                  <a:uLnTx/>
                  <a:uFillTx/>
                  <a:latin typeface="方正粗黑宋简体" panose="02000000000000000000" pitchFamily="2" charset="-122"/>
                  <a:ea typeface="方正粗黑宋简体" panose="02000000000000000000" pitchFamily="2" charset="-122"/>
                  <a:cs typeface="Alibaba PuHuiTi M" pitchFamily="18" charset="-122"/>
                </a:rPr>
                <a:t>德以明理  学以精工</a:t>
              </a:r>
            </a:p>
          </p:txBody>
        </p:sp>
        <p:cxnSp>
          <p:nvCxnSpPr>
            <p:cNvPr id="11" name="直线连接符 10"/>
            <p:cNvCxnSpPr/>
            <p:nvPr/>
          </p:nvCxnSpPr>
          <p:spPr>
            <a:xfrm>
              <a:off x="7263530" y="4783036"/>
              <a:ext cx="998043" cy="0"/>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2" name="直线连接符 11"/>
            <p:cNvCxnSpPr/>
            <p:nvPr/>
          </p:nvCxnSpPr>
          <p:spPr>
            <a:xfrm>
              <a:off x="3923200" y="4783036"/>
              <a:ext cx="917055" cy="0"/>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7" name="标题 1">
            <a:extLst>
              <a:ext uri="{FF2B5EF4-FFF2-40B4-BE49-F238E27FC236}">
                <a16:creationId xmlns:a16="http://schemas.microsoft.com/office/drawing/2014/main" id="{8EF68E86-AAF5-F419-CBDD-0AAFA27F0DD6}"/>
              </a:ext>
            </a:extLst>
          </p:cNvPr>
          <p:cNvSpPr>
            <a:spLocks noGrp="1"/>
          </p:cNvSpPr>
          <p:nvPr>
            <p:ph type="ctrTitle"/>
          </p:nvPr>
        </p:nvSpPr>
        <p:spPr>
          <a:xfrm>
            <a:off x="1524000" y="1122363"/>
            <a:ext cx="9144000" cy="2387600"/>
          </a:xfrm>
        </p:spPr>
        <p:txBody>
          <a:bodyPr>
            <a:normAutofit/>
          </a:bodyPr>
          <a:lstStyle/>
          <a:p>
            <a:pPr>
              <a:lnSpc>
                <a:spcPct val="100000"/>
              </a:lnSpc>
            </a:pPr>
            <a:r>
              <a:rPr lang="en-US" altLang="zh-CN" sz="3200" b="1" dirty="0" err="1">
                <a:solidFill>
                  <a:srgbClr val="1851A3"/>
                </a:solidFill>
                <a:latin typeface="SF Pro Display" panose="00000500000000000000" pitchFamily="50" charset="0"/>
                <a:ea typeface=".苹方-简" panose="020B0400000000000000" pitchFamily="34" charset="-122"/>
                <a:cs typeface="SF Pro Display" pitchFamily="50" charset="0"/>
              </a:rPr>
              <a:t>MeSec</a:t>
            </a:r>
            <a:r>
              <a:rPr lang="en-US" altLang="zh-CN" sz="3200" b="1" dirty="0">
                <a:solidFill>
                  <a:srgbClr val="1851A3"/>
                </a:solidFill>
                <a:latin typeface=".苹方-简" panose="020B0400000000000000" pitchFamily="34" charset="-122"/>
                <a:ea typeface=".苹方-简" panose="020B0400000000000000" pitchFamily="34" charset="-122"/>
                <a:cs typeface="SF Pro Display" pitchFamily="50" charset="0"/>
              </a:rPr>
              <a:t>-</a:t>
            </a:r>
            <a:r>
              <a:rPr lang="zh-CN" altLang="en-US" sz="3200" b="1" dirty="0">
                <a:solidFill>
                  <a:srgbClr val="1851A3"/>
                </a:solidFill>
                <a:latin typeface=".苹方-简" panose="020B0400000000000000" pitchFamily="34" charset="-122"/>
                <a:ea typeface=".苹方-简" panose="020B0400000000000000" pitchFamily="34" charset="-122"/>
                <a:cs typeface="SF Pro Display" pitchFamily="50" charset="0"/>
              </a:rPr>
              <a:t>一个“可逆”的视频打码工具</a:t>
            </a:r>
          </a:p>
        </p:txBody>
      </p:sp>
      <p:sp>
        <p:nvSpPr>
          <p:cNvPr id="8" name="副标题 2">
            <a:extLst>
              <a:ext uri="{FF2B5EF4-FFF2-40B4-BE49-F238E27FC236}">
                <a16:creationId xmlns:a16="http://schemas.microsoft.com/office/drawing/2014/main" id="{DE8FD430-0F88-AC10-FB59-17F4554917E7}"/>
              </a:ext>
            </a:extLst>
          </p:cNvPr>
          <p:cNvSpPr>
            <a:spLocks noGrp="1"/>
          </p:cNvSpPr>
          <p:nvPr>
            <p:ph type="subTitle" idx="1"/>
          </p:nvPr>
        </p:nvSpPr>
        <p:spPr>
          <a:xfrm>
            <a:off x="1524000" y="3602038"/>
            <a:ext cx="9144000" cy="1161492"/>
          </a:xfrm>
        </p:spPr>
        <p:txBody>
          <a:bodyPr/>
          <a:lstStyle/>
          <a:p>
            <a:pPr>
              <a:lnSpc>
                <a:spcPct val="110000"/>
              </a:lnSpc>
            </a:pPr>
            <a:r>
              <a:rPr lang="zh-CN" altLang="en-US" sz="2000" b="1" dirty="0">
                <a:solidFill>
                  <a:srgbClr val="1851A3"/>
                </a:solidFill>
                <a:effectLst/>
                <a:latin typeface="苹方-简" panose="020B0400000000000000" pitchFamily="34" charset="-122"/>
                <a:ea typeface="苹方-简" panose="020B0400000000000000" pitchFamily="34" charset="-122"/>
              </a:rPr>
              <a:t>慕昕哲</a:t>
            </a:r>
            <a:endParaRPr lang="en-US" altLang="zh-CN" sz="2000" b="1" dirty="0">
              <a:solidFill>
                <a:srgbClr val="1851A3"/>
              </a:solidFill>
              <a:effectLst/>
              <a:latin typeface="苹方-简" panose="020B0400000000000000" pitchFamily="34" charset="-122"/>
              <a:ea typeface="苹方-简" panose="020B0400000000000000" pitchFamily="34" charset="-122"/>
            </a:endParaRPr>
          </a:p>
        </p:txBody>
      </p:sp>
      <p:pic>
        <p:nvPicPr>
          <p:cNvPr id="3" name="图形 2">
            <a:extLst>
              <a:ext uri="{FF2B5EF4-FFF2-40B4-BE49-F238E27FC236}">
                <a16:creationId xmlns:a16="http://schemas.microsoft.com/office/drawing/2014/main" id="{322AB3C1-E39A-8EC5-92D6-EDC746E0EDC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626036" y="1030288"/>
            <a:ext cx="2939927" cy="656177"/>
          </a:xfrm>
          <a:prstGeom prst="rect">
            <a:avLst/>
          </a:prstGeom>
        </p:spPr>
      </p:pic>
    </p:spTree>
    <p:extLst>
      <p:ext uri="{BB962C8B-B14F-4D97-AF65-F5344CB8AC3E}">
        <p14:creationId xmlns:p14="http://schemas.microsoft.com/office/powerpoint/2010/main" val="22928077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270387" y="265471"/>
            <a:ext cx="11651226" cy="632705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zh-CN" altLang="en-US" sz="1800" b="0" i="0" u="none" strike="noStrike" kern="1200" cap="none" spc="0" normalizeH="0" baseline="0" noProof="0" dirty="0">
              <a:ln>
                <a:noFill/>
              </a:ln>
              <a:solidFill>
                <a:prstClr val="white"/>
              </a:solidFill>
              <a:effectLst/>
              <a:uLnTx/>
              <a:uFillTx/>
              <a:latin typeface="等线"/>
              <a:ea typeface="等线" panose="02010600030101010101" pitchFamily="2" charset="-122"/>
              <a:cs typeface="+mn-cs"/>
            </a:endParaRPr>
          </a:p>
        </p:txBody>
      </p:sp>
      <p:grpSp>
        <p:nvGrpSpPr>
          <p:cNvPr id="17" name="组合 16"/>
          <p:cNvGrpSpPr/>
          <p:nvPr/>
        </p:nvGrpSpPr>
        <p:grpSpPr>
          <a:xfrm>
            <a:off x="995246" y="597584"/>
            <a:ext cx="10202778" cy="544438"/>
            <a:chOff x="994611" y="852219"/>
            <a:chExt cx="10202778" cy="544438"/>
          </a:xfrm>
        </p:grpSpPr>
        <p:sp>
          <p:nvSpPr>
            <p:cNvPr id="10" name="圆角矩形 9"/>
            <p:cNvSpPr/>
            <p:nvPr/>
          </p:nvSpPr>
          <p:spPr>
            <a:xfrm>
              <a:off x="1772933" y="852219"/>
              <a:ext cx="9424221" cy="544195"/>
            </a:xfrm>
            <a:prstGeom prst="roundRect">
              <a:avLst>
                <a:gd name="adj" fmla="val 0"/>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zh-CN" altLang="en-US" sz="2000" b="0" i="0" u="none" strike="noStrike" kern="1200" cap="none" spc="0" normalizeH="0" baseline="0" noProof="0" dirty="0">
                  <a:ln>
                    <a:noFill/>
                  </a:ln>
                  <a:solidFill>
                    <a:srgbClr val="1851A3"/>
                  </a:solidFill>
                  <a:effectLst/>
                  <a:uLnTx/>
                  <a:uFillTx/>
                  <a:latin typeface="方正粗黑宋简体" panose="02000000000000000000" charset="-122"/>
                  <a:ea typeface="方正粗黑宋简体" panose="02000000000000000000" charset="-122"/>
                  <a:cs typeface="+mn-cs"/>
                </a:rPr>
                <a:t>    </a:t>
              </a:r>
              <a:r>
                <a:rPr kumimoji="1" lang="zh-CN" altLang="en-US" sz="2000" b="1" dirty="0">
                  <a:solidFill>
                    <a:srgbClr val="1851A3"/>
                  </a:solidFill>
                  <a:latin typeface=".苹方-简" panose="020B0400000000000000" pitchFamily="34" charset="-122"/>
                  <a:ea typeface=".苹方-简" panose="020B0400000000000000" pitchFamily="34" charset="-122"/>
                  <a:cs typeface="SF Pro Display" pitchFamily="50" charset="0"/>
                </a:rPr>
                <a:t>背景</a:t>
              </a:r>
              <a:endParaRPr kumimoji="1" lang="zh-CN" altLang="en-US" sz="2400" b="1" i="0" u="none" strike="noStrike" kern="1200" cap="none" spc="0" normalizeH="0" baseline="0" noProof="0" dirty="0">
                <a:ln>
                  <a:noFill/>
                </a:ln>
                <a:solidFill>
                  <a:srgbClr val="1851A3"/>
                </a:solidFill>
                <a:effectLst/>
                <a:uLnTx/>
                <a:uFillTx/>
                <a:latin typeface=".苹方-简" panose="020B0400000000000000" pitchFamily="34" charset="-122"/>
                <a:ea typeface=".苹方-简" panose="020B0400000000000000" pitchFamily="34" charset="-122"/>
                <a:cs typeface="SF Pro Display" pitchFamily="50" charset="0"/>
              </a:endParaRPr>
            </a:p>
          </p:txBody>
        </p:sp>
        <p:sp>
          <p:nvSpPr>
            <p:cNvPr id="13" name="任意形状 12"/>
            <p:cNvSpPr/>
            <p:nvPr/>
          </p:nvSpPr>
          <p:spPr>
            <a:xfrm>
              <a:off x="994611" y="852219"/>
              <a:ext cx="969657" cy="544438"/>
            </a:xfrm>
            <a:custGeom>
              <a:avLst/>
              <a:gdLst>
                <a:gd name="connsiteX0" fmla="*/ 142697 w 969657"/>
                <a:gd name="connsiteY0" fmla="*/ 0 h 544438"/>
                <a:gd name="connsiteX1" fmla="*/ 969657 w 969657"/>
                <a:gd name="connsiteY1" fmla="*/ 0 h 544438"/>
                <a:gd name="connsiteX2" fmla="*/ 969657 w 969657"/>
                <a:gd name="connsiteY2" fmla="*/ 544438 h 544438"/>
                <a:gd name="connsiteX3" fmla="*/ 142697 w 969657"/>
                <a:gd name="connsiteY3" fmla="*/ 544438 h 544438"/>
                <a:gd name="connsiteX4" fmla="*/ 0 w 969657"/>
                <a:gd name="connsiteY4" fmla="*/ 401741 h 544438"/>
                <a:gd name="connsiteX5" fmla="*/ 0 w 969657"/>
                <a:gd name="connsiteY5" fmla="*/ 142697 h 544438"/>
                <a:gd name="connsiteX6" fmla="*/ 142697 w 969657"/>
                <a:gd name="connsiteY6" fmla="*/ 0 h 5444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969657" h="544438">
                  <a:moveTo>
                    <a:pt x="142697" y="0"/>
                  </a:moveTo>
                  <a:lnTo>
                    <a:pt x="969657" y="0"/>
                  </a:lnTo>
                  <a:lnTo>
                    <a:pt x="969657" y="544438"/>
                  </a:lnTo>
                  <a:lnTo>
                    <a:pt x="142697" y="544438"/>
                  </a:lnTo>
                  <a:cubicBezTo>
                    <a:pt x="63888" y="544438"/>
                    <a:pt x="0" y="480550"/>
                    <a:pt x="0" y="401741"/>
                  </a:cubicBezTo>
                  <a:lnTo>
                    <a:pt x="0" y="142697"/>
                  </a:lnTo>
                  <a:cubicBezTo>
                    <a:pt x="0" y="63888"/>
                    <a:pt x="63888" y="0"/>
                    <a:pt x="142697" y="0"/>
                  </a:cubicBezTo>
                  <a:close/>
                </a:path>
              </a:pathLst>
            </a:cu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2000" b="1" i="0" u="none" strike="noStrike" kern="1200" cap="none" spc="0" normalizeH="0" baseline="0" noProof="0" dirty="0">
                  <a:ln>
                    <a:noFill/>
                  </a:ln>
                  <a:solidFill>
                    <a:srgbClr val="1851A3"/>
                  </a:solidFill>
                  <a:effectLst/>
                  <a:uLnTx/>
                  <a:uFillTx/>
                  <a:latin typeface="SF Pro Display" pitchFamily="50" charset="0"/>
                  <a:ea typeface="SF Pro Display" pitchFamily="50" charset="0"/>
                  <a:cs typeface="SF Pro Display" pitchFamily="50" charset="0"/>
                </a:rPr>
                <a:t>I</a:t>
              </a:r>
            </a:p>
          </p:txBody>
        </p:sp>
        <p:sp>
          <p:nvSpPr>
            <p:cNvPr id="12" name="任意形状 11"/>
            <p:cNvSpPr/>
            <p:nvPr/>
          </p:nvSpPr>
          <p:spPr>
            <a:xfrm>
              <a:off x="10227733" y="852219"/>
              <a:ext cx="969656" cy="544438"/>
            </a:xfrm>
            <a:custGeom>
              <a:avLst/>
              <a:gdLst>
                <a:gd name="connsiteX0" fmla="*/ 0 w 969656"/>
                <a:gd name="connsiteY0" fmla="*/ 0 h 544438"/>
                <a:gd name="connsiteX1" fmla="*/ 826959 w 969656"/>
                <a:gd name="connsiteY1" fmla="*/ 0 h 544438"/>
                <a:gd name="connsiteX2" fmla="*/ 969656 w 969656"/>
                <a:gd name="connsiteY2" fmla="*/ 142697 h 544438"/>
                <a:gd name="connsiteX3" fmla="*/ 969656 w 969656"/>
                <a:gd name="connsiteY3" fmla="*/ 401741 h 544438"/>
                <a:gd name="connsiteX4" fmla="*/ 826959 w 969656"/>
                <a:gd name="connsiteY4" fmla="*/ 544438 h 544438"/>
                <a:gd name="connsiteX5" fmla="*/ 0 w 969656"/>
                <a:gd name="connsiteY5" fmla="*/ 544438 h 5444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69656" h="544438">
                  <a:moveTo>
                    <a:pt x="0" y="0"/>
                  </a:moveTo>
                  <a:lnTo>
                    <a:pt x="826959" y="0"/>
                  </a:lnTo>
                  <a:cubicBezTo>
                    <a:pt x="905768" y="0"/>
                    <a:pt x="969656" y="63888"/>
                    <a:pt x="969656" y="142697"/>
                  </a:cubicBezTo>
                  <a:lnTo>
                    <a:pt x="969656" y="401741"/>
                  </a:lnTo>
                  <a:cubicBezTo>
                    <a:pt x="969656" y="480550"/>
                    <a:pt x="905768" y="544438"/>
                    <a:pt x="826959" y="544438"/>
                  </a:cubicBezTo>
                  <a:lnTo>
                    <a:pt x="0" y="544438"/>
                  </a:lnTo>
                  <a:close/>
                </a:path>
              </a:pathLst>
            </a:custGeom>
            <a:solidFill>
              <a:srgbClr val="1851A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zh-CN" altLang="en-US" sz="1800" b="0" i="0" u="none" strike="noStrike" kern="1200" cap="none" spc="0" normalizeH="0" baseline="0" noProof="0">
                <a:ln>
                  <a:noFill/>
                </a:ln>
                <a:solidFill>
                  <a:srgbClr val="1851A3"/>
                </a:solidFill>
                <a:effectLst/>
                <a:uLnTx/>
                <a:uFillTx/>
                <a:latin typeface="等线"/>
                <a:ea typeface="等线" panose="02010600030101010101" pitchFamily="2" charset="-122"/>
                <a:cs typeface="+mn-cs"/>
              </a:endParaRPr>
            </a:p>
          </p:txBody>
        </p:sp>
      </p:grpSp>
      <p:pic>
        <p:nvPicPr>
          <p:cNvPr id="3" name="图形 2">
            <a:extLst>
              <a:ext uri="{FF2B5EF4-FFF2-40B4-BE49-F238E27FC236}">
                <a16:creationId xmlns:a16="http://schemas.microsoft.com/office/drawing/2014/main" id="{3DF2C75F-3A9D-6B1F-07DD-889DC5362AA7}"/>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501576" y="667028"/>
            <a:ext cx="423240" cy="405306"/>
          </a:xfrm>
          <a:prstGeom prst="rect">
            <a:avLst/>
          </a:prstGeom>
        </p:spPr>
      </p:pic>
      <p:graphicFrame>
        <p:nvGraphicFramePr>
          <p:cNvPr id="7" name="图示 6">
            <a:extLst>
              <a:ext uri="{FF2B5EF4-FFF2-40B4-BE49-F238E27FC236}">
                <a16:creationId xmlns:a16="http://schemas.microsoft.com/office/drawing/2014/main" id="{88DB6C33-5224-8FAA-32B3-AD2ED6A4B429}"/>
              </a:ext>
            </a:extLst>
          </p:cNvPr>
          <p:cNvGraphicFramePr/>
          <p:nvPr>
            <p:extLst>
              <p:ext uri="{D42A27DB-BD31-4B8C-83A1-F6EECF244321}">
                <p14:modId xmlns:p14="http://schemas.microsoft.com/office/powerpoint/2010/main" val="2431198271"/>
              </p:ext>
            </p:extLst>
          </p:nvPr>
        </p:nvGraphicFramePr>
        <p:xfrm>
          <a:off x="3501178" y="1194720"/>
          <a:ext cx="5969000" cy="4468560"/>
        </p:xfrm>
        <a:graphic>
          <a:graphicData uri="http://schemas.openxmlformats.org/drawingml/2006/diagram">
            <dgm:relIds xmlns:dgm="http://schemas.openxmlformats.org/drawingml/2006/diagram" xmlns:r="http://schemas.openxmlformats.org/officeDocument/2006/relationships" r:dm="rId5" r:lo="rId6" r:qs="rId7" r:cs="rId8"/>
          </a:graphicData>
        </a:graphic>
      </p:graphicFrame>
    </p:spTree>
    <p:extLst>
      <p:ext uri="{BB962C8B-B14F-4D97-AF65-F5344CB8AC3E}">
        <p14:creationId xmlns:p14="http://schemas.microsoft.com/office/powerpoint/2010/main" val="258854354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270387" y="265471"/>
            <a:ext cx="11651226" cy="632705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zh-CN" altLang="en-US" sz="1800" b="0" i="0" u="none" strike="noStrike" kern="1200" cap="none" spc="0" normalizeH="0" baseline="0" noProof="0" dirty="0">
              <a:ln>
                <a:noFill/>
              </a:ln>
              <a:solidFill>
                <a:prstClr val="white"/>
              </a:solidFill>
              <a:effectLst/>
              <a:uLnTx/>
              <a:uFillTx/>
              <a:latin typeface="等线"/>
              <a:ea typeface="等线" panose="02010600030101010101" pitchFamily="2" charset="-122"/>
              <a:cs typeface="+mn-cs"/>
            </a:endParaRPr>
          </a:p>
        </p:txBody>
      </p:sp>
      <p:grpSp>
        <p:nvGrpSpPr>
          <p:cNvPr id="17" name="组合 16"/>
          <p:cNvGrpSpPr/>
          <p:nvPr/>
        </p:nvGrpSpPr>
        <p:grpSpPr>
          <a:xfrm>
            <a:off x="995246" y="597584"/>
            <a:ext cx="10202778" cy="544438"/>
            <a:chOff x="994611" y="852219"/>
            <a:chExt cx="10202778" cy="544438"/>
          </a:xfrm>
        </p:grpSpPr>
        <p:sp>
          <p:nvSpPr>
            <p:cNvPr id="10" name="圆角矩形 9"/>
            <p:cNvSpPr/>
            <p:nvPr/>
          </p:nvSpPr>
          <p:spPr>
            <a:xfrm>
              <a:off x="1772933" y="852219"/>
              <a:ext cx="9424221" cy="544195"/>
            </a:xfrm>
            <a:prstGeom prst="roundRect">
              <a:avLst>
                <a:gd name="adj" fmla="val 0"/>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zh-CN" altLang="en-US" sz="2000" b="0" i="0" u="none" strike="noStrike" kern="1200" cap="none" spc="0" normalizeH="0" baseline="0" noProof="0" dirty="0">
                  <a:ln>
                    <a:noFill/>
                  </a:ln>
                  <a:solidFill>
                    <a:srgbClr val="1851A3"/>
                  </a:solidFill>
                  <a:effectLst/>
                  <a:uLnTx/>
                  <a:uFillTx/>
                  <a:latin typeface="方正粗黑宋简体" panose="02000000000000000000" charset="-122"/>
                  <a:ea typeface="方正粗黑宋简体" panose="02000000000000000000" charset="-122"/>
                  <a:cs typeface="+mn-cs"/>
                </a:rPr>
                <a:t>    </a:t>
              </a:r>
              <a:r>
                <a:rPr kumimoji="1" lang="zh-CN" altLang="en-US" sz="2000" b="1" i="0" u="none" strike="noStrike" kern="1200" cap="none" spc="0" normalizeH="0" baseline="0" noProof="0" dirty="0">
                  <a:ln>
                    <a:noFill/>
                  </a:ln>
                  <a:solidFill>
                    <a:srgbClr val="1851A3"/>
                  </a:solidFill>
                  <a:effectLst/>
                  <a:uLnTx/>
                  <a:uFillTx/>
                  <a:latin typeface=".苹方-简" panose="020B0400000000000000" pitchFamily="34" charset="-122"/>
                  <a:ea typeface=".苹方-简" panose="020B0400000000000000" pitchFamily="34" charset="-122"/>
                  <a:cs typeface="SF Pro Display" pitchFamily="50" charset="0"/>
                </a:rPr>
                <a:t>架构</a:t>
              </a:r>
              <a:endParaRPr kumimoji="1" lang="zh-CN" altLang="en-US" sz="2400" b="1" i="0" u="none" strike="noStrike" kern="1200" cap="none" spc="0" normalizeH="0" baseline="0" noProof="0" dirty="0">
                <a:ln>
                  <a:noFill/>
                </a:ln>
                <a:solidFill>
                  <a:srgbClr val="1851A3"/>
                </a:solidFill>
                <a:effectLst/>
                <a:uLnTx/>
                <a:uFillTx/>
                <a:latin typeface=".苹方-简" panose="020B0400000000000000" pitchFamily="34" charset="-122"/>
                <a:ea typeface=".苹方-简" panose="020B0400000000000000" pitchFamily="34" charset="-122"/>
                <a:cs typeface="SF Pro Display" pitchFamily="50" charset="0"/>
              </a:endParaRPr>
            </a:p>
          </p:txBody>
        </p:sp>
        <p:sp>
          <p:nvSpPr>
            <p:cNvPr id="13" name="任意形状 12"/>
            <p:cNvSpPr/>
            <p:nvPr/>
          </p:nvSpPr>
          <p:spPr>
            <a:xfrm>
              <a:off x="994611" y="852219"/>
              <a:ext cx="969657" cy="544438"/>
            </a:xfrm>
            <a:custGeom>
              <a:avLst/>
              <a:gdLst>
                <a:gd name="connsiteX0" fmla="*/ 142697 w 969657"/>
                <a:gd name="connsiteY0" fmla="*/ 0 h 544438"/>
                <a:gd name="connsiteX1" fmla="*/ 969657 w 969657"/>
                <a:gd name="connsiteY1" fmla="*/ 0 h 544438"/>
                <a:gd name="connsiteX2" fmla="*/ 969657 w 969657"/>
                <a:gd name="connsiteY2" fmla="*/ 544438 h 544438"/>
                <a:gd name="connsiteX3" fmla="*/ 142697 w 969657"/>
                <a:gd name="connsiteY3" fmla="*/ 544438 h 544438"/>
                <a:gd name="connsiteX4" fmla="*/ 0 w 969657"/>
                <a:gd name="connsiteY4" fmla="*/ 401741 h 544438"/>
                <a:gd name="connsiteX5" fmla="*/ 0 w 969657"/>
                <a:gd name="connsiteY5" fmla="*/ 142697 h 544438"/>
                <a:gd name="connsiteX6" fmla="*/ 142697 w 969657"/>
                <a:gd name="connsiteY6" fmla="*/ 0 h 5444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969657" h="544438">
                  <a:moveTo>
                    <a:pt x="142697" y="0"/>
                  </a:moveTo>
                  <a:lnTo>
                    <a:pt x="969657" y="0"/>
                  </a:lnTo>
                  <a:lnTo>
                    <a:pt x="969657" y="544438"/>
                  </a:lnTo>
                  <a:lnTo>
                    <a:pt x="142697" y="544438"/>
                  </a:lnTo>
                  <a:cubicBezTo>
                    <a:pt x="63888" y="544438"/>
                    <a:pt x="0" y="480550"/>
                    <a:pt x="0" y="401741"/>
                  </a:cubicBezTo>
                  <a:lnTo>
                    <a:pt x="0" y="142697"/>
                  </a:lnTo>
                  <a:cubicBezTo>
                    <a:pt x="0" y="63888"/>
                    <a:pt x="63888" y="0"/>
                    <a:pt x="142697" y="0"/>
                  </a:cubicBezTo>
                  <a:close/>
                </a:path>
              </a:pathLst>
            </a:cu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2000" b="1" i="0" u="none" strike="noStrike" kern="1200" cap="none" spc="0" normalizeH="0" baseline="0" noProof="0" dirty="0">
                  <a:ln>
                    <a:noFill/>
                  </a:ln>
                  <a:solidFill>
                    <a:srgbClr val="1851A3"/>
                  </a:solidFill>
                  <a:effectLst/>
                  <a:uLnTx/>
                  <a:uFillTx/>
                  <a:latin typeface="SF Pro Display" pitchFamily="50" charset="0"/>
                  <a:ea typeface="SF Pro Display" pitchFamily="50" charset="0"/>
                  <a:cs typeface="SF Pro Display" pitchFamily="50" charset="0"/>
                </a:rPr>
                <a:t>II</a:t>
              </a:r>
            </a:p>
          </p:txBody>
        </p:sp>
        <p:sp>
          <p:nvSpPr>
            <p:cNvPr id="12" name="任意形状 11"/>
            <p:cNvSpPr/>
            <p:nvPr/>
          </p:nvSpPr>
          <p:spPr>
            <a:xfrm>
              <a:off x="10227733" y="852219"/>
              <a:ext cx="969656" cy="544438"/>
            </a:xfrm>
            <a:custGeom>
              <a:avLst/>
              <a:gdLst>
                <a:gd name="connsiteX0" fmla="*/ 0 w 969656"/>
                <a:gd name="connsiteY0" fmla="*/ 0 h 544438"/>
                <a:gd name="connsiteX1" fmla="*/ 826959 w 969656"/>
                <a:gd name="connsiteY1" fmla="*/ 0 h 544438"/>
                <a:gd name="connsiteX2" fmla="*/ 969656 w 969656"/>
                <a:gd name="connsiteY2" fmla="*/ 142697 h 544438"/>
                <a:gd name="connsiteX3" fmla="*/ 969656 w 969656"/>
                <a:gd name="connsiteY3" fmla="*/ 401741 h 544438"/>
                <a:gd name="connsiteX4" fmla="*/ 826959 w 969656"/>
                <a:gd name="connsiteY4" fmla="*/ 544438 h 544438"/>
                <a:gd name="connsiteX5" fmla="*/ 0 w 969656"/>
                <a:gd name="connsiteY5" fmla="*/ 544438 h 5444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69656" h="544438">
                  <a:moveTo>
                    <a:pt x="0" y="0"/>
                  </a:moveTo>
                  <a:lnTo>
                    <a:pt x="826959" y="0"/>
                  </a:lnTo>
                  <a:cubicBezTo>
                    <a:pt x="905768" y="0"/>
                    <a:pt x="969656" y="63888"/>
                    <a:pt x="969656" y="142697"/>
                  </a:cubicBezTo>
                  <a:lnTo>
                    <a:pt x="969656" y="401741"/>
                  </a:lnTo>
                  <a:cubicBezTo>
                    <a:pt x="969656" y="480550"/>
                    <a:pt x="905768" y="544438"/>
                    <a:pt x="826959" y="544438"/>
                  </a:cubicBezTo>
                  <a:lnTo>
                    <a:pt x="0" y="544438"/>
                  </a:lnTo>
                  <a:close/>
                </a:path>
              </a:pathLst>
            </a:custGeom>
            <a:solidFill>
              <a:srgbClr val="1851A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zh-CN" altLang="en-US" sz="1800" b="0" i="0" u="none" strike="noStrike" kern="1200" cap="none" spc="0" normalizeH="0" baseline="0" noProof="0">
                <a:ln>
                  <a:noFill/>
                </a:ln>
                <a:solidFill>
                  <a:srgbClr val="1851A3"/>
                </a:solidFill>
                <a:effectLst/>
                <a:uLnTx/>
                <a:uFillTx/>
                <a:latin typeface="等线"/>
                <a:ea typeface="等线" panose="02010600030101010101" pitchFamily="2" charset="-122"/>
                <a:cs typeface="+mn-cs"/>
              </a:endParaRPr>
            </a:p>
          </p:txBody>
        </p:sp>
      </p:grpSp>
      <p:pic>
        <p:nvPicPr>
          <p:cNvPr id="3" name="图形 2">
            <a:extLst>
              <a:ext uri="{FF2B5EF4-FFF2-40B4-BE49-F238E27FC236}">
                <a16:creationId xmlns:a16="http://schemas.microsoft.com/office/drawing/2014/main" id="{3DF2C75F-3A9D-6B1F-07DD-889DC5362AA7}"/>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501576" y="667028"/>
            <a:ext cx="423240" cy="405306"/>
          </a:xfrm>
          <a:prstGeom prst="rect">
            <a:avLst/>
          </a:prstGeom>
        </p:spPr>
      </p:pic>
      <p:pic>
        <p:nvPicPr>
          <p:cNvPr id="5" name="图片 4">
            <a:extLst>
              <a:ext uri="{FF2B5EF4-FFF2-40B4-BE49-F238E27FC236}">
                <a16:creationId xmlns:a16="http://schemas.microsoft.com/office/drawing/2014/main" id="{D6F76FF0-8CE6-AB32-84C5-6487A11CF6CE}"/>
              </a:ext>
            </a:extLst>
          </p:cNvPr>
          <p:cNvPicPr>
            <a:picLocks noChangeAspect="1"/>
          </p:cNvPicPr>
          <p:nvPr/>
        </p:nvPicPr>
        <p:blipFill>
          <a:blip r:embed="rId5"/>
          <a:stretch>
            <a:fillRect/>
          </a:stretch>
        </p:blipFill>
        <p:spPr>
          <a:xfrm>
            <a:off x="804143" y="1473892"/>
            <a:ext cx="10583713" cy="4521198"/>
          </a:xfrm>
          <a:prstGeom prst="rect">
            <a:avLst/>
          </a:prstGeom>
        </p:spPr>
      </p:pic>
      <p:cxnSp>
        <p:nvCxnSpPr>
          <p:cNvPr id="8" name="直接连接符 7">
            <a:extLst>
              <a:ext uri="{FF2B5EF4-FFF2-40B4-BE49-F238E27FC236}">
                <a16:creationId xmlns:a16="http://schemas.microsoft.com/office/drawing/2014/main" id="{961F0153-31B1-E07F-97A3-9EC8184C1F44}"/>
              </a:ext>
            </a:extLst>
          </p:cNvPr>
          <p:cNvCxnSpPr/>
          <p:nvPr/>
        </p:nvCxnSpPr>
        <p:spPr>
          <a:xfrm>
            <a:off x="7275443" y="1351722"/>
            <a:ext cx="0" cy="4909930"/>
          </a:xfrm>
          <a:prstGeom prst="line">
            <a:avLst/>
          </a:prstGeom>
          <a:ln w="38100">
            <a:solidFill>
              <a:srgbClr val="1851A3"/>
            </a:solidFill>
            <a:prstDash val="dash"/>
          </a:ln>
        </p:spPr>
        <p:style>
          <a:lnRef idx="1">
            <a:schemeClr val="accent1"/>
          </a:lnRef>
          <a:fillRef idx="0">
            <a:schemeClr val="accent1"/>
          </a:fillRef>
          <a:effectRef idx="0">
            <a:schemeClr val="accent1"/>
          </a:effectRef>
          <a:fontRef idx="minor">
            <a:schemeClr val="tx1"/>
          </a:fontRef>
        </p:style>
      </p:cxnSp>
      <p:pic>
        <p:nvPicPr>
          <p:cNvPr id="11" name="图片 10" descr="屏幕上有个手机&#10;&#10;AI 生成的内容可能不正确。">
            <a:extLst>
              <a:ext uri="{FF2B5EF4-FFF2-40B4-BE49-F238E27FC236}">
                <a16:creationId xmlns:a16="http://schemas.microsoft.com/office/drawing/2014/main" id="{958B1858-E7AF-8D84-DA2C-EB588831C4CB}"/>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665552" y="1231750"/>
            <a:ext cx="6860894" cy="5149874"/>
          </a:xfrm>
          <a:prstGeom prst="rect">
            <a:avLst/>
          </a:prstGeom>
        </p:spPr>
      </p:pic>
    </p:spTree>
    <p:extLst>
      <p:ext uri="{BB962C8B-B14F-4D97-AF65-F5344CB8AC3E}">
        <p14:creationId xmlns:p14="http://schemas.microsoft.com/office/powerpoint/2010/main" val="4489924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nodeType="clickEffect">
                                  <p:stCondLst>
                                    <p:cond delay="0"/>
                                  </p:stCondLst>
                                  <p:childTnLst>
                                    <p:set>
                                      <p:cBhvr>
                                        <p:cTn id="6" dur="1" fill="hold">
                                          <p:stCondLst>
                                            <p:cond delay="0"/>
                                          </p:stCondLst>
                                        </p:cTn>
                                        <p:tgtEl>
                                          <p:spTgt spid="11"/>
                                        </p:tgtEl>
                                        <p:attrNameLst>
                                          <p:attrName>style.visibility</p:attrName>
                                        </p:attrNameLst>
                                      </p:cBhvr>
                                      <p:to>
                                        <p:strVal val="hidden"/>
                                      </p:to>
                                    </p:set>
                                  </p:childTnLst>
                                </p:cTn>
                              </p:par>
                            </p:childTnLst>
                          </p:cTn>
                        </p:par>
                        <p:par>
                          <p:cTn id="7" fill="hold">
                            <p:stCondLst>
                              <p:cond delay="0"/>
                            </p:stCondLst>
                            <p:childTnLst>
                              <p:par>
                                <p:cTn id="8" presetID="1" presetClass="entr" presetSubtype="0" fill="hold" nodeType="afterEffect">
                                  <p:stCondLst>
                                    <p:cond delay="0"/>
                                  </p:stCondLst>
                                  <p:childTnLst>
                                    <p:set>
                                      <p:cBhvr>
                                        <p:cTn id="9"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270387" y="265471"/>
            <a:ext cx="11651226" cy="632705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zh-CN" altLang="en-US" sz="1800" b="0" i="0" u="none" strike="noStrike" kern="1200" cap="none" spc="0" normalizeH="0" baseline="0" noProof="0" dirty="0">
              <a:ln>
                <a:noFill/>
              </a:ln>
              <a:solidFill>
                <a:prstClr val="white"/>
              </a:solidFill>
              <a:effectLst/>
              <a:uLnTx/>
              <a:uFillTx/>
              <a:latin typeface="等线"/>
              <a:ea typeface="等线" panose="02010600030101010101" pitchFamily="2" charset="-122"/>
              <a:cs typeface="+mn-cs"/>
            </a:endParaRPr>
          </a:p>
        </p:txBody>
      </p:sp>
      <p:grpSp>
        <p:nvGrpSpPr>
          <p:cNvPr id="17" name="组合 16"/>
          <p:cNvGrpSpPr/>
          <p:nvPr/>
        </p:nvGrpSpPr>
        <p:grpSpPr>
          <a:xfrm>
            <a:off x="995246" y="597584"/>
            <a:ext cx="10202778" cy="544438"/>
            <a:chOff x="994611" y="852219"/>
            <a:chExt cx="10202778" cy="544438"/>
          </a:xfrm>
        </p:grpSpPr>
        <p:sp>
          <p:nvSpPr>
            <p:cNvPr id="10" name="圆角矩形 9"/>
            <p:cNvSpPr/>
            <p:nvPr/>
          </p:nvSpPr>
          <p:spPr>
            <a:xfrm>
              <a:off x="1772933" y="852219"/>
              <a:ext cx="9424221" cy="544195"/>
            </a:xfrm>
            <a:prstGeom prst="roundRect">
              <a:avLst>
                <a:gd name="adj" fmla="val 0"/>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zh-CN" altLang="en-US" sz="2000" b="0" i="0" u="none" strike="noStrike" kern="1200" cap="none" spc="0" normalizeH="0" baseline="0" noProof="0" dirty="0">
                  <a:ln>
                    <a:noFill/>
                  </a:ln>
                  <a:solidFill>
                    <a:srgbClr val="1851A3"/>
                  </a:solidFill>
                  <a:effectLst/>
                  <a:uLnTx/>
                  <a:uFillTx/>
                  <a:latin typeface="方正粗黑宋简体" panose="02000000000000000000" charset="-122"/>
                  <a:ea typeface="方正粗黑宋简体" panose="02000000000000000000" charset="-122"/>
                  <a:cs typeface="+mn-cs"/>
                </a:rPr>
                <a:t>    </a:t>
              </a:r>
              <a:r>
                <a:rPr kumimoji="1" lang="zh-CN" altLang="en-US" sz="2000" b="1" i="0" u="none" strike="noStrike" kern="1200" cap="none" spc="0" normalizeH="0" baseline="0" noProof="0" dirty="0">
                  <a:ln>
                    <a:noFill/>
                  </a:ln>
                  <a:solidFill>
                    <a:srgbClr val="1851A3"/>
                  </a:solidFill>
                  <a:effectLst/>
                  <a:uLnTx/>
                  <a:uFillTx/>
                  <a:latin typeface=".苹方-简" panose="020B0400000000000000" pitchFamily="34" charset="-122"/>
                  <a:ea typeface=".苹方-简" panose="020B0400000000000000" pitchFamily="34" charset="-122"/>
                  <a:cs typeface="+mn-cs"/>
                </a:rPr>
                <a:t>优化</a:t>
              </a:r>
              <a:endParaRPr kumimoji="1" lang="zh-CN" altLang="en-US" sz="2400" b="1" i="0" u="none" strike="noStrike" kern="1200" cap="none" spc="0" normalizeH="0" baseline="0" noProof="0" dirty="0">
                <a:ln>
                  <a:noFill/>
                </a:ln>
                <a:solidFill>
                  <a:srgbClr val="1851A3"/>
                </a:solidFill>
                <a:effectLst/>
                <a:uLnTx/>
                <a:uFillTx/>
                <a:latin typeface=".苹方-简" panose="020B0400000000000000" pitchFamily="34" charset="-122"/>
                <a:ea typeface=".苹方-简" panose="020B0400000000000000" pitchFamily="34" charset="-122"/>
                <a:cs typeface="SF Pro Display" pitchFamily="50" charset="0"/>
              </a:endParaRPr>
            </a:p>
          </p:txBody>
        </p:sp>
        <p:sp>
          <p:nvSpPr>
            <p:cNvPr id="13" name="任意形状 12"/>
            <p:cNvSpPr/>
            <p:nvPr/>
          </p:nvSpPr>
          <p:spPr>
            <a:xfrm>
              <a:off x="994611" y="852219"/>
              <a:ext cx="969657" cy="544438"/>
            </a:xfrm>
            <a:custGeom>
              <a:avLst/>
              <a:gdLst>
                <a:gd name="connsiteX0" fmla="*/ 142697 w 969657"/>
                <a:gd name="connsiteY0" fmla="*/ 0 h 544438"/>
                <a:gd name="connsiteX1" fmla="*/ 969657 w 969657"/>
                <a:gd name="connsiteY1" fmla="*/ 0 h 544438"/>
                <a:gd name="connsiteX2" fmla="*/ 969657 w 969657"/>
                <a:gd name="connsiteY2" fmla="*/ 544438 h 544438"/>
                <a:gd name="connsiteX3" fmla="*/ 142697 w 969657"/>
                <a:gd name="connsiteY3" fmla="*/ 544438 h 544438"/>
                <a:gd name="connsiteX4" fmla="*/ 0 w 969657"/>
                <a:gd name="connsiteY4" fmla="*/ 401741 h 544438"/>
                <a:gd name="connsiteX5" fmla="*/ 0 w 969657"/>
                <a:gd name="connsiteY5" fmla="*/ 142697 h 544438"/>
                <a:gd name="connsiteX6" fmla="*/ 142697 w 969657"/>
                <a:gd name="connsiteY6" fmla="*/ 0 h 5444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969657" h="544438">
                  <a:moveTo>
                    <a:pt x="142697" y="0"/>
                  </a:moveTo>
                  <a:lnTo>
                    <a:pt x="969657" y="0"/>
                  </a:lnTo>
                  <a:lnTo>
                    <a:pt x="969657" y="544438"/>
                  </a:lnTo>
                  <a:lnTo>
                    <a:pt x="142697" y="544438"/>
                  </a:lnTo>
                  <a:cubicBezTo>
                    <a:pt x="63888" y="544438"/>
                    <a:pt x="0" y="480550"/>
                    <a:pt x="0" y="401741"/>
                  </a:cubicBezTo>
                  <a:lnTo>
                    <a:pt x="0" y="142697"/>
                  </a:lnTo>
                  <a:cubicBezTo>
                    <a:pt x="0" y="63888"/>
                    <a:pt x="63888" y="0"/>
                    <a:pt x="142697" y="0"/>
                  </a:cubicBezTo>
                  <a:close/>
                </a:path>
              </a:pathLst>
            </a:cu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2000" b="1" i="0" u="none" strike="noStrike" kern="1200" cap="none" spc="0" normalizeH="0" baseline="0" noProof="0" dirty="0">
                  <a:ln>
                    <a:noFill/>
                  </a:ln>
                  <a:solidFill>
                    <a:srgbClr val="1851A3"/>
                  </a:solidFill>
                  <a:effectLst/>
                  <a:uLnTx/>
                  <a:uFillTx/>
                  <a:latin typeface="SF Pro Display" pitchFamily="50" charset="0"/>
                  <a:ea typeface="SF Pro Display" pitchFamily="50" charset="0"/>
                  <a:cs typeface="SF Pro Display" pitchFamily="50" charset="0"/>
                </a:rPr>
                <a:t>III</a:t>
              </a:r>
            </a:p>
          </p:txBody>
        </p:sp>
        <p:sp>
          <p:nvSpPr>
            <p:cNvPr id="12" name="任意形状 11"/>
            <p:cNvSpPr/>
            <p:nvPr/>
          </p:nvSpPr>
          <p:spPr>
            <a:xfrm>
              <a:off x="10227733" y="852219"/>
              <a:ext cx="969656" cy="544438"/>
            </a:xfrm>
            <a:custGeom>
              <a:avLst/>
              <a:gdLst>
                <a:gd name="connsiteX0" fmla="*/ 0 w 969656"/>
                <a:gd name="connsiteY0" fmla="*/ 0 h 544438"/>
                <a:gd name="connsiteX1" fmla="*/ 826959 w 969656"/>
                <a:gd name="connsiteY1" fmla="*/ 0 h 544438"/>
                <a:gd name="connsiteX2" fmla="*/ 969656 w 969656"/>
                <a:gd name="connsiteY2" fmla="*/ 142697 h 544438"/>
                <a:gd name="connsiteX3" fmla="*/ 969656 w 969656"/>
                <a:gd name="connsiteY3" fmla="*/ 401741 h 544438"/>
                <a:gd name="connsiteX4" fmla="*/ 826959 w 969656"/>
                <a:gd name="connsiteY4" fmla="*/ 544438 h 544438"/>
                <a:gd name="connsiteX5" fmla="*/ 0 w 969656"/>
                <a:gd name="connsiteY5" fmla="*/ 544438 h 5444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69656" h="544438">
                  <a:moveTo>
                    <a:pt x="0" y="0"/>
                  </a:moveTo>
                  <a:lnTo>
                    <a:pt x="826959" y="0"/>
                  </a:lnTo>
                  <a:cubicBezTo>
                    <a:pt x="905768" y="0"/>
                    <a:pt x="969656" y="63888"/>
                    <a:pt x="969656" y="142697"/>
                  </a:cubicBezTo>
                  <a:lnTo>
                    <a:pt x="969656" y="401741"/>
                  </a:lnTo>
                  <a:cubicBezTo>
                    <a:pt x="969656" y="480550"/>
                    <a:pt x="905768" y="544438"/>
                    <a:pt x="826959" y="544438"/>
                  </a:cubicBezTo>
                  <a:lnTo>
                    <a:pt x="0" y="544438"/>
                  </a:lnTo>
                  <a:close/>
                </a:path>
              </a:pathLst>
            </a:custGeom>
            <a:solidFill>
              <a:srgbClr val="1851A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zh-CN" altLang="en-US" sz="1800" b="0" i="0" u="none" strike="noStrike" kern="1200" cap="none" spc="0" normalizeH="0" baseline="0" noProof="0">
                <a:ln>
                  <a:noFill/>
                </a:ln>
                <a:solidFill>
                  <a:srgbClr val="1851A3"/>
                </a:solidFill>
                <a:effectLst/>
                <a:uLnTx/>
                <a:uFillTx/>
                <a:latin typeface="等线"/>
                <a:ea typeface="等线" panose="02010600030101010101" pitchFamily="2" charset="-122"/>
                <a:cs typeface="+mn-cs"/>
              </a:endParaRPr>
            </a:p>
          </p:txBody>
        </p:sp>
      </p:grpSp>
      <p:pic>
        <p:nvPicPr>
          <p:cNvPr id="3" name="图形 2">
            <a:extLst>
              <a:ext uri="{FF2B5EF4-FFF2-40B4-BE49-F238E27FC236}">
                <a16:creationId xmlns:a16="http://schemas.microsoft.com/office/drawing/2014/main" id="{3DF2C75F-3A9D-6B1F-07DD-889DC5362AA7}"/>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501576" y="667028"/>
            <a:ext cx="423240" cy="405306"/>
          </a:xfrm>
          <a:prstGeom prst="rect">
            <a:avLst/>
          </a:prstGeom>
        </p:spPr>
      </p:pic>
      <p:pic>
        <p:nvPicPr>
          <p:cNvPr id="8" name="图片 7">
            <a:extLst>
              <a:ext uri="{FF2B5EF4-FFF2-40B4-BE49-F238E27FC236}">
                <a16:creationId xmlns:a16="http://schemas.microsoft.com/office/drawing/2014/main" id="{FD830E7F-B279-9B49-DD16-C18565F06F1B}"/>
              </a:ext>
            </a:extLst>
          </p:cNvPr>
          <p:cNvPicPr>
            <a:picLocks noChangeAspect="1"/>
          </p:cNvPicPr>
          <p:nvPr/>
        </p:nvPicPr>
        <p:blipFill>
          <a:blip r:embed="rId5"/>
          <a:stretch>
            <a:fillRect/>
          </a:stretch>
        </p:blipFill>
        <p:spPr>
          <a:xfrm>
            <a:off x="3385759" y="1733535"/>
            <a:ext cx="5420481" cy="3172268"/>
          </a:xfrm>
          <a:prstGeom prst="rect">
            <a:avLst/>
          </a:prstGeom>
        </p:spPr>
      </p:pic>
      <p:sp>
        <p:nvSpPr>
          <p:cNvPr id="14" name="文本框 13">
            <a:extLst>
              <a:ext uri="{FF2B5EF4-FFF2-40B4-BE49-F238E27FC236}">
                <a16:creationId xmlns:a16="http://schemas.microsoft.com/office/drawing/2014/main" id="{3E1DFB29-1B2A-9138-B90E-08D479241B14}"/>
              </a:ext>
            </a:extLst>
          </p:cNvPr>
          <p:cNvSpPr txBox="1"/>
          <p:nvPr/>
        </p:nvSpPr>
        <p:spPr>
          <a:xfrm>
            <a:off x="5694186" y="4741327"/>
            <a:ext cx="1107996" cy="1107371"/>
          </a:xfrm>
          <a:prstGeom prst="rect">
            <a:avLst/>
          </a:prstGeom>
          <a:noFill/>
        </p:spPr>
        <p:txBody>
          <a:bodyPr vert="eaVert" wrap="square" rtlCol="0">
            <a:spAutoFit/>
          </a:bodyPr>
          <a:lstStyle/>
          <a:p>
            <a:pPr algn="ctr"/>
            <a:r>
              <a:rPr lang="en-US" altLang="zh-CN" sz="6000" dirty="0">
                <a:latin typeface="SF Pro Display" panose="00000500000000000000" pitchFamily="50" charset="0"/>
              </a:rPr>
              <a:t>…</a:t>
            </a:r>
            <a:endParaRPr lang="zh-CN" altLang="en-US" sz="1600" dirty="0">
              <a:latin typeface="SF Pro Display" panose="00000500000000000000" pitchFamily="50" charset="0"/>
            </a:endParaRPr>
          </a:p>
        </p:txBody>
      </p:sp>
    </p:spTree>
    <p:extLst>
      <p:ext uri="{BB962C8B-B14F-4D97-AF65-F5344CB8AC3E}">
        <p14:creationId xmlns:p14="http://schemas.microsoft.com/office/powerpoint/2010/main" val="15088234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270387" y="265471"/>
            <a:ext cx="11651226" cy="632705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zh-CN" altLang="en-US" sz="1800" b="0" i="0" u="none" strike="noStrike" kern="1200" cap="none" spc="0" normalizeH="0" baseline="0" noProof="0" dirty="0">
              <a:ln>
                <a:noFill/>
              </a:ln>
              <a:solidFill>
                <a:prstClr val="white"/>
              </a:solidFill>
              <a:effectLst/>
              <a:uLnTx/>
              <a:uFillTx/>
              <a:latin typeface="等线"/>
              <a:ea typeface="等线" panose="02010600030101010101" pitchFamily="2" charset="-122"/>
              <a:cs typeface="+mn-cs"/>
            </a:endParaRPr>
          </a:p>
        </p:txBody>
      </p:sp>
      <p:grpSp>
        <p:nvGrpSpPr>
          <p:cNvPr id="17" name="组合 16"/>
          <p:cNvGrpSpPr/>
          <p:nvPr/>
        </p:nvGrpSpPr>
        <p:grpSpPr>
          <a:xfrm>
            <a:off x="995246" y="597584"/>
            <a:ext cx="10202778" cy="544438"/>
            <a:chOff x="994611" y="852219"/>
            <a:chExt cx="10202778" cy="544438"/>
          </a:xfrm>
        </p:grpSpPr>
        <p:sp>
          <p:nvSpPr>
            <p:cNvPr id="10" name="圆角矩形 9"/>
            <p:cNvSpPr/>
            <p:nvPr/>
          </p:nvSpPr>
          <p:spPr>
            <a:xfrm>
              <a:off x="1772933" y="852219"/>
              <a:ext cx="9424221" cy="544195"/>
            </a:xfrm>
            <a:prstGeom prst="roundRect">
              <a:avLst>
                <a:gd name="adj" fmla="val 0"/>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zh-CN" altLang="en-US" sz="2000" b="0" i="0" u="none" strike="noStrike" kern="1200" cap="none" spc="0" normalizeH="0" baseline="0" noProof="0" dirty="0">
                  <a:ln>
                    <a:noFill/>
                  </a:ln>
                  <a:solidFill>
                    <a:srgbClr val="1851A3"/>
                  </a:solidFill>
                  <a:effectLst/>
                  <a:uLnTx/>
                  <a:uFillTx/>
                  <a:latin typeface="方正粗黑宋简体" panose="02000000000000000000" charset="-122"/>
                  <a:ea typeface="方正粗黑宋简体" panose="02000000000000000000" charset="-122"/>
                  <a:cs typeface="+mn-cs"/>
                </a:rPr>
                <a:t>    </a:t>
              </a:r>
              <a:r>
                <a:rPr kumimoji="1" lang="zh-CN" altLang="en-US" sz="2000" b="1" i="0" u="none" strike="noStrike" kern="1200" cap="none" spc="0" normalizeH="0" baseline="0" noProof="0" dirty="0">
                  <a:ln>
                    <a:noFill/>
                  </a:ln>
                  <a:solidFill>
                    <a:srgbClr val="1851A3"/>
                  </a:solidFill>
                  <a:effectLst/>
                  <a:uLnTx/>
                  <a:uFillTx/>
                  <a:latin typeface=".苹方-简" panose="020B0400000000000000" pitchFamily="34" charset="-122"/>
                  <a:ea typeface=".苹方-简" panose="020B0400000000000000" pitchFamily="34" charset="-122"/>
                  <a:cs typeface="+mn-cs"/>
                </a:rPr>
                <a:t>视频编码</a:t>
              </a:r>
              <a:endParaRPr kumimoji="1" lang="zh-CN" altLang="en-US" sz="2400" b="1" i="0" u="none" strike="noStrike" kern="1200" cap="none" spc="0" normalizeH="0" baseline="0" noProof="0" dirty="0">
                <a:ln>
                  <a:noFill/>
                </a:ln>
                <a:solidFill>
                  <a:srgbClr val="1851A3"/>
                </a:solidFill>
                <a:effectLst/>
                <a:uLnTx/>
                <a:uFillTx/>
                <a:latin typeface=".苹方-简" panose="020B0400000000000000" pitchFamily="34" charset="-122"/>
                <a:ea typeface=".苹方-简" panose="020B0400000000000000" pitchFamily="34" charset="-122"/>
                <a:cs typeface="SF Pro Display" pitchFamily="50" charset="0"/>
              </a:endParaRPr>
            </a:p>
          </p:txBody>
        </p:sp>
        <p:sp>
          <p:nvSpPr>
            <p:cNvPr id="13" name="任意形状 12"/>
            <p:cNvSpPr/>
            <p:nvPr/>
          </p:nvSpPr>
          <p:spPr>
            <a:xfrm>
              <a:off x="994611" y="852219"/>
              <a:ext cx="969657" cy="544438"/>
            </a:xfrm>
            <a:custGeom>
              <a:avLst/>
              <a:gdLst>
                <a:gd name="connsiteX0" fmla="*/ 142697 w 969657"/>
                <a:gd name="connsiteY0" fmla="*/ 0 h 544438"/>
                <a:gd name="connsiteX1" fmla="*/ 969657 w 969657"/>
                <a:gd name="connsiteY1" fmla="*/ 0 h 544438"/>
                <a:gd name="connsiteX2" fmla="*/ 969657 w 969657"/>
                <a:gd name="connsiteY2" fmla="*/ 544438 h 544438"/>
                <a:gd name="connsiteX3" fmla="*/ 142697 w 969657"/>
                <a:gd name="connsiteY3" fmla="*/ 544438 h 544438"/>
                <a:gd name="connsiteX4" fmla="*/ 0 w 969657"/>
                <a:gd name="connsiteY4" fmla="*/ 401741 h 544438"/>
                <a:gd name="connsiteX5" fmla="*/ 0 w 969657"/>
                <a:gd name="connsiteY5" fmla="*/ 142697 h 544438"/>
                <a:gd name="connsiteX6" fmla="*/ 142697 w 969657"/>
                <a:gd name="connsiteY6" fmla="*/ 0 h 5444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969657" h="544438">
                  <a:moveTo>
                    <a:pt x="142697" y="0"/>
                  </a:moveTo>
                  <a:lnTo>
                    <a:pt x="969657" y="0"/>
                  </a:lnTo>
                  <a:lnTo>
                    <a:pt x="969657" y="544438"/>
                  </a:lnTo>
                  <a:lnTo>
                    <a:pt x="142697" y="544438"/>
                  </a:lnTo>
                  <a:cubicBezTo>
                    <a:pt x="63888" y="544438"/>
                    <a:pt x="0" y="480550"/>
                    <a:pt x="0" y="401741"/>
                  </a:cubicBezTo>
                  <a:lnTo>
                    <a:pt x="0" y="142697"/>
                  </a:lnTo>
                  <a:cubicBezTo>
                    <a:pt x="0" y="63888"/>
                    <a:pt x="63888" y="0"/>
                    <a:pt x="142697" y="0"/>
                  </a:cubicBezTo>
                  <a:close/>
                </a:path>
              </a:pathLst>
            </a:cu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2000" b="1" i="0" u="none" strike="noStrike" kern="1200" cap="none" spc="0" normalizeH="0" baseline="0" noProof="0">
                  <a:ln>
                    <a:noFill/>
                  </a:ln>
                  <a:solidFill>
                    <a:srgbClr val="1851A3"/>
                  </a:solidFill>
                  <a:effectLst/>
                  <a:uLnTx/>
                  <a:uFillTx/>
                  <a:latin typeface="SF Pro Display" pitchFamily="50" charset="0"/>
                  <a:ea typeface="SF Pro Display" pitchFamily="50" charset="0"/>
                  <a:cs typeface="SF Pro Display" pitchFamily="50" charset="0"/>
                </a:rPr>
                <a:t>IV</a:t>
              </a:r>
              <a:endParaRPr kumimoji="1" lang="en-US" altLang="zh-CN" sz="2000" b="1" i="0" u="none" strike="noStrike" kern="1200" cap="none" spc="0" normalizeH="0" baseline="0" noProof="0" dirty="0">
                <a:ln>
                  <a:noFill/>
                </a:ln>
                <a:solidFill>
                  <a:srgbClr val="1851A3"/>
                </a:solidFill>
                <a:effectLst/>
                <a:uLnTx/>
                <a:uFillTx/>
                <a:latin typeface="SF Pro Display" pitchFamily="50" charset="0"/>
                <a:ea typeface="SF Pro Display" pitchFamily="50" charset="0"/>
                <a:cs typeface="SF Pro Display" pitchFamily="50" charset="0"/>
              </a:endParaRPr>
            </a:p>
          </p:txBody>
        </p:sp>
        <p:sp>
          <p:nvSpPr>
            <p:cNvPr id="12" name="任意形状 11"/>
            <p:cNvSpPr/>
            <p:nvPr/>
          </p:nvSpPr>
          <p:spPr>
            <a:xfrm>
              <a:off x="10227733" y="852219"/>
              <a:ext cx="969656" cy="544438"/>
            </a:xfrm>
            <a:custGeom>
              <a:avLst/>
              <a:gdLst>
                <a:gd name="connsiteX0" fmla="*/ 0 w 969656"/>
                <a:gd name="connsiteY0" fmla="*/ 0 h 544438"/>
                <a:gd name="connsiteX1" fmla="*/ 826959 w 969656"/>
                <a:gd name="connsiteY1" fmla="*/ 0 h 544438"/>
                <a:gd name="connsiteX2" fmla="*/ 969656 w 969656"/>
                <a:gd name="connsiteY2" fmla="*/ 142697 h 544438"/>
                <a:gd name="connsiteX3" fmla="*/ 969656 w 969656"/>
                <a:gd name="connsiteY3" fmla="*/ 401741 h 544438"/>
                <a:gd name="connsiteX4" fmla="*/ 826959 w 969656"/>
                <a:gd name="connsiteY4" fmla="*/ 544438 h 544438"/>
                <a:gd name="connsiteX5" fmla="*/ 0 w 969656"/>
                <a:gd name="connsiteY5" fmla="*/ 544438 h 5444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69656" h="544438">
                  <a:moveTo>
                    <a:pt x="0" y="0"/>
                  </a:moveTo>
                  <a:lnTo>
                    <a:pt x="826959" y="0"/>
                  </a:lnTo>
                  <a:cubicBezTo>
                    <a:pt x="905768" y="0"/>
                    <a:pt x="969656" y="63888"/>
                    <a:pt x="969656" y="142697"/>
                  </a:cubicBezTo>
                  <a:lnTo>
                    <a:pt x="969656" y="401741"/>
                  </a:lnTo>
                  <a:cubicBezTo>
                    <a:pt x="969656" y="480550"/>
                    <a:pt x="905768" y="544438"/>
                    <a:pt x="826959" y="544438"/>
                  </a:cubicBezTo>
                  <a:lnTo>
                    <a:pt x="0" y="544438"/>
                  </a:lnTo>
                  <a:close/>
                </a:path>
              </a:pathLst>
            </a:custGeom>
            <a:solidFill>
              <a:srgbClr val="1851A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zh-CN" altLang="en-US" sz="1800" b="0" i="0" u="none" strike="noStrike" kern="1200" cap="none" spc="0" normalizeH="0" baseline="0" noProof="0">
                <a:ln>
                  <a:noFill/>
                </a:ln>
                <a:solidFill>
                  <a:srgbClr val="1851A3"/>
                </a:solidFill>
                <a:effectLst/>
                <a:uLnTx/>
                <a:uFillTx/>
                <a:latin typeface="等线"/>
                <a:ea typeface="等线" panose="02010600030101010101" pitchFamily="2" charset="-122"/>
                <a:cs typeface="+mn-cs"/>
              </a:endParaRPr>
            </a:p>
          </p:txBody>
        </p:sp>
      </p:grpSp>
      <p:pic>
        <p:nvPicPr>
          <p:cNvPr id="3" name="图形 2">
            <a:extLst>
              <a:ext uri="{FF2B5EF4-FFF2-40B4-BE49-F238E27FC236}">
                <a16:creationId xmlns:a16="http://schemas.microsoft.com/office/drawing/2014/main" id="{3DF2C75F-3A9D-6B1F-07DD-889DC5362AA7}"/>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501576" y="667028"/>
            <a:ext cx="423240" cy="405306"/>
          </a:xfrm>
          <a:prstGeom prst="rect">
            <a:avLst/>
          </a:prstGeom>
        </p:spPr>
      </p:pic>
      <p:sp>
        <p:nvSpPr>
          <p:cNvPr id="5" name="内容占位符 4">
            <a:extLst>
              <a:ext uri="{FF2B5EF4-FFF2-40B4-BE49-F238E27FC236}">
                <a16:creationId xmlns:a16="http://schemas.microsoft.com/office/drawing/2014/main" id="{15F4FD27-CE7E-46C5-C3E1-879A2FD46F17}"/>
              </a:ext>
            </a:extLst>
          </p:cNvPr>
          <p:cNvSpPr>
            <a:spLocks noGrp="1"/>
          </p:cNvSpPr>
          <p:nvPr>
            <p:ph idx="1"/>
          </p:nvPr>
        </p:nvSpPr>
        <p:spPr/>
        <p:txBody>
          <a:bodyPr/>
          <a:lstStyle/>
          <a:p>
            <a:r>
              <a:rPr lang="en-US" altLang="zh-CN" dirty="0">
                <a:latin typeface="SF Pro Display" panose="00000600000000000000" pitchFamily="50" charset="0"/>
                <a:ea typeface="SF Pro Display" panose="00000600000000000000" pitchFamily="50" charset="0"/>
              </a:rPr>
              <a:t>MP4 </a:t>
            </a:r>
            <a:r>
              <a:rPr lang="zh-CN" altLang="en-US" dirty="0">
                <a:ea typeface=".苹方-简" panose="020B0400000000000000"/>
              </a:rPr>
              <a:t>扩展盒</a:t>
            </a:r>
            <a:endParaRPr lang="en-US" altLang="zh-CN" dirty="0">
              <a:ea typeface=".苹方-简" panose="020B0400000000000000"/>
            </a:endParaRPr>
          </a:p>
          <a:p>
            <a:pPr lvl="1"/>
            <a:r>
              <a:rPr lang="en-US" altLang="zh-CN" dirty="0">
                <a:latin typeface="SF Pro Display" panose="00000600000000000000" pitchFamily="50" charset="0"/>
                <a:ea typeface="SF Pro Display" panose="00000600000000000000" pitchFamily="50" charset="0"/>
              </a:rPr>
              <a:t>ISO Base Media File Format</a:t>
            </a:r>
            <a:endParaRPr lang="zh-CN" altLang="en-US" dirty="0">
              <a:latin typeface="SF Pro Display" panose="00000600000000000000" pitchFamily="50" charset="0"/>
              <a:ea typeface=".苹方-简" panose="020B0400000000000000"/>
            </a:endParaRPr>
          </a:p>
        </p:txBody>
      </p:sp>
      <p:pic>
        <p:nvPicPr>
          <p:cNvPr id="7" name="图片 6">
            <a:extLst>
              <a:ext uri="{FF2B5EF4-FFF2-40B4-BE49-F238E27FC236}">
                <a16:creationId xmlns:a16="http://schemas.microsoft.com/office/drawing/2014/main" id="{FE14B396-AB33-302F-80A5-1B5B373E9E61}"/>
              </a:ext>
            </a:extLst>
          </p:cNvPr>
          <p:cNvPicPr>
            <a:picLocks noChangeAspect="1"/>
          </p:cNvPicPr>
          <p:nvPr/>
        </p:nvPicPr>
        <p:blipFill>
          <a:blip r:embed="rId5">
            <a:extLst>
              <a:ext uri="{28A0092B-C50C-407E-A947-70E740481C1C}">
                <a14:useLocalDpi xmlns:a14="http://schemas.microsoft.com/office/drawing/2010/main" val="0"/>
              </a:ext>
            </a:extLst>
          </a:blip>
          <a:srcRect t="33235" b="34412"/>
          <a:stretch/>
        </p:blipFill>
        <p:spPr>
          <a:xfrm>
            <a:off x="270387" y="3429000"/>
            <a:ext cx="11610474" cy="2218765"/>
          </a:xfrm>
          <a:prstGeom prst="rect">
            <a:avLst/>
          </a:prstGeom>
        </p:spPr>
      </p:pic>
      <p:sp>
        <p:nvSpPr>
          <p:cNvPr id="9" name="文本框 8">
            <a:extLst>
              <a:ext uri="{FF2B5EF4-FFF2-40B4-BE49-F238E27FC236}">
                <a16:creationId xmlns:a16="http://schemas.microsoft.com/office/drawing/2014/main" id="{70E3503B-5DA2-758E-FDD4-FAEB8967129E}"/>
              </a:ext>
            </a:extLst>
          </p:cNvPr>
          <p:cNvSpPr txBox="1"/>
          <p:nvPr/>
        </p:nvSpPr>
        <p:spPr>
          <a:xfrm>
            <a:off x="10839450" y="4990643"/>
            <a:ext cx="1028700" cy="1200329"/>
          </a:xfrm>
          <a:prstGeom prst="rect">
            <a:avLst/>
          </a:prstGeom>
          <a:noFill/>
        </p:spPr>
        <p:txBody>
          <a:bodyPr wrap="square" rtlCol="0">
            <a:spAutoFit/>
          </a:bodyPr>
          <a:lstStyle/>
          <a:p>
            <a:pPr algn="ctr"/>
            <a:r>
              <a:rPr lang="en-US" altLang="zh-CN" dirty="0">
                <a:latin typeface="SF Pro Display" panose="00000600000000000000" pitchFamily="50" charset="0"/>
                <a:ea typeface="SF Pro Display" panose="00000600000000000000" pitchFamily="50" charset="0"/>
              </a:rPr>
              <a:t>+</a:t>
            </a:r>
          </a:p>
          <a:p>
            <a:pPr algn="ctr"/>
            <a:r>
              <a:rPr lang="zh-CN" altLang="en-US" dirty="0">
                <a:ea typeface=".苹方-简" panose="020B0400000000000000"/>
              </a:rPr>
              <a:t>密钥</a:t>
            </a:r>
            <a:endParaRPr lang="en-US" altLang="zh-CN" dirty="0">
              <a:ea typeface=".苹方-简" panose="020B0400000000000000"/>
            </a:endParaRPr>
          </a:p>
          <a:p>
            <a:pPr algn="ctr"/>
            <a:r>
              <a:rPr lang="en-US" altLang="zh-CN" dirty="0">
                <a:latin typeface="SF Pro Display" panose="00000600000000000000" pitchFamily="50" charset="0"/>
                <a:ea typeface="SF Pro Display" panose="00000600000000000000" pitchFamily="50" charset="0"/>
              </a:rPr>
              <a:t>=</a:t>
            </a:r>
          </a:p>
          <a:p>
            <a:pPr algn="ctr"/>
            <a:r>
              <a:rPr lang="zh-CN" altLang="en-US" dirty="0">
                <a:ea typeface=".苹方-简" panose="020B0400000000000000"/>
              </a:rPr>
              <a:t>原视频</a:t>
            </a:r>
          </a:p>
        </p:txBody>
      </p:sp>
    </p:spTree>
    <p:extLst>
      <p:ext uri="{BB962C8B-B14F-4D97-AF65-F5344CB8AC3E}">
        <p14:creationId xmlns:p14="http://schemas.microsoft.com/office/powerpoint/2010/main" val="1612368940"/>
      </p:ext>
    </p:extLst>
  </p:cSld>
  <p:clrMapOvr>
    <a:masterClrMapping/>
  </p:clrMapOvr>
</p:sld>
</file>

<file path=ppt/theme/theme1.xml><?xml version="1.0" encoding="utf-8"?>
<a:theme xmlns:a="http://schemas.openxmlformats.org/drawingml/2006/main" name="1_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154</TotalTime>
  <Words>1518</Words>
  <Application>Microsoft Office PowerPoint</Application>
  <PresentationFormat>宽屏</PresentationFormat>
  <Paragraphs>35</Paragraphs>
  <Slides>5</Slides>
  <Notes>5</Notes>
  <HiddenSlides>0</HiddenSlides>
  <MMClips>0</MMClips>
  <ScaleCrop>false</ScaleCrop>
  <HeadingPairs>
    <vt:vector size="6" baseType="variant">
      <vt:variant>
        <vt:lpstr>已用的字体</vt:lpstr>
      </vt:variant>
      <vt:variant>
        <vt:i4>9</vt:i4>
      </vt:variant>
      <vt:variant>
        <vt:lpstr>主题</vt:lpstr>
      </vt:variant>
      <vt:variant>
        <vt:i4>1</vt:i4>
      </vt:variant>
      <vt:variant>
        <vt:lpstr>幻灯片标题</vt:lpstr>
      </vt:variant>
      <vt:variant>
        <vt:i4>5</vt:i4>
      </vt:variant>
    </vt:vector>
  </HeadingPairs>
  <TitlesOfParts>
    <vt:vector size="15" baseType="lpstr">
      <vt:lpstr>.苹方-简</vt:lpstr>
      <vt:lpstr>Segoe WPC</vt:lpstr>
      <vt:lpstr>等线</vt:lpstr>
      <vt:lpstr>等线 Light</vt:lpstr>
      <vt:lpstr>方正粗黑宋简体</vt:lpstr>
      <vt:lpstr>苹方-简</vt:lpstr>
      <vt:lpstr>Arial</vt:lpstr>
      <vt:lpstr>Calibri</vt:lpstr>
      <vt:lpstr>SF Pro Display</vt:lpstr>
      <vt:lpstr>1_Office 主题​​</vt:lpstr>
      <vt:lpstr>MeSec-一个“可逆”的视频打码工具</vt:lpstr>
      <vt:lpstr>PowerPoint 演示文稿</vt:lpstr>
      <vt:lpstr>PowerPoint 演示文稿</vt:lpstr>
      <vt:lpstr>PowerPoint 演示文稿</vt:lpstr>
      <vt:lpstr>PowerPoint 演示文稿</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昕哲 慕</dc:creator>
  <cp:lastModifiedBy>昕哲 慕</cp:lastModifiedBy>
  <cp:revision>208</cp:revision>
  <dcterms:created xsi:type="dcterms:W3CDTF">2025-10-24T05:03:17Z</dcterms:created>
  <dcterms:modified xsi:type="dcterms:W3CDTF">2025-10-27T02:46:02Z</dcterms:modified>
</cp:coreProperties>
</file>