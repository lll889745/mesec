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301" r:id="rId3"/>
    <p:sldId id="307" r:id="rId4"/>
    <p:sldId id="308" r:id="rId5"/>
    <p:sldId id="309" r:id="rId6"/>
    <p:sldId id="31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51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72" autoAdjust="0"/>
  </p:normalViewPr>
  <p:slideViewPr>
    <p:cSldViewPr snapToGrid="0">
      <p:cViewPr varScale="1">
        <p:scale>
          <a:sx n="96" d="100"/>
          <a:sy n="96" d="100"/>
        </p:scale>
        <p:origin x="11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35063A-4E4F-4067-870B-5AC42AF0D388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0C9491D-FEDF-4559-BDE5-54BA1ACF0EC3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1BFF5162-1579-4AD7-B90E-7E8792CCBE4B}" type="parTrans" cxnId="{C1AB4520-B7BD-4CC8-89D8-C7585DFFDCE7}">
      <dgm:prSet/>
      <dgm:spPr/>
      <dgm:t>
        <a:bodyPr/>
        <a:lstStyle/>
        <a:p>
          <a:endParaRPr lang="zh-CN" altLang="en-US"/>
        </a:p>
      </dgm:t>
    </dgm:pt>
    <dgm:pt modelId="{4214F249-CD59-44C0-8204-3D45A6D494BD}" type="sibTrans" cxnId="{C1AB4520-B7BD-4CC8-89D8-C7585DFFDCE7}">
      <dgm:prSet/>
      <dgm:spPr/>
      <dgm:t>
        <a:bodyPr/>
        <a:lstStyle/>
        <a:p>
          <a:endParaRPr lang="zh-CN" altLang="en-US"/>
        </a:p>
      </dgm:t>
    </dgm:pt>
    <dgm:pt modelId="{C696BCA0-603B-41B6-8B65-94BE5F266D8B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F7FBA0EA-DA5C-4AB0-9F27-D2C424AE9468}" type="parTrans" cxnId="{1E393A3D-BE4C-46D4-8EA6-7F2A95A10308}">
      <dgm:prSet/>
      <dgm:spPr/>
      <dgm:t>
        <a:bodyPr/>
        <a:lstStyle/>
        <a:p>
          <a:endParaRPr lang="zh-CN" altLang="en-US"/>
        </a:p>
      </dgm:t>
    </dgm:pt>
    <dgm:pt modelId="{5E9E349F-13FA-4F9E-A5AA-6EB0839636A2}" type="sibTrans" cxnId="{1E393A3D-BE4C-46D4-8EA6-7F2A95A10308}">
      <dgm:prSet/>
      <dgm:spPr/>
      <dgm:t>
        <a:bodyPr/>
        <a:lstStyle/>
        <a:p>
          <a:endParaRPr lang="zh-CN" altLang="en-US"/>
        </a:p>
      </dgm:t>
    </dgm:pt>
    <dgm:pt modelId="{35E342D6-A0A1-4DDE-8B9A-4C261DC70606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2A086249-24E3-42B4-BDBB-9B9E940EC8B3}" type="parTrans" cxnId="{F1E296D8-F8AE-4480-8926-6D30AF6C1DD9}">
      <dgm:prSet/>
      <dgm:spPr/>
      <dgm:t>
        <a:bodyPr/>
        <a:lstStyle/>
        <a:p>
          <a:endParaRPr lang="zh-CN" altLang="en-US"/>
        </a:p>
      </dgm:t>
    </dgm:pt>
    <dgm:pt modelId="{9CD5E69B-BEA3-49FC-91FC-03ABCE6A5074}" type="sibTrans" cxnId="{F1E296D8-F8AE-4480-8926-6D30AF6C1DD9}">
      <dgm:prSet/>
      <dgm:spPr/>
      <dgm:t>
        <a:bodyPr/>
        <a:lstStyle/>
        <a:p>
          <a:endParaRPr lang="zh-CN" altLang="en-US"/>
        </a:p>
      </dgm:t>
    </dgm:pt>
    <dgm:pt modelId="{E1545FAC-303A-45AA-94DD-0891C7221C8F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AD99C125-DB41-40FB-A9F6-7501525C00B0}" type="parTrans" cxnId="{CA5283F1-4A2E-40F9-9C97-5114E75D1B3C}">
      <dgm:prSet/>
      <dgm:spPr/>
      <dgm:t>
        <a:bodyPr/>
        <a:lstStyle/>
        <a:p>
          <a:endParaRPr lang="zh-CN" altLang="en-US"/>
        </a:p>
      </dgm:t>
    </dgm:pt>
    <dgm:pt modelId="{50466D37-BAC1-4B53-963D-222EA95C0408}" type="sibTrans" cxnId="{CA5283F1-4A2E-40F9-9C97-5114E75D1B3C}">
      <dgm:prSet/>
      <dgm:spPr/>
      <dgm:t>
        <a:bodyPr/>
        <a:lstStyle/>
        <a:p>
          <a:endParaRPr lang="zh-CN" altLang="en-US"/>
        </a:p>
      </dgm:t>
    </dgm:pt>
    <dgm:pt modelId="{30EF17E8-83AD-464F-A0E8-F4ECA296C51A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01FA064A-4A80-4C73-99C2-A302FEC40698}" type="parTrans" cxnId="{D1795284-177D-4C8D-89B4-E92DFDACBC6D}">
      <dgm:prSet/>
      <dgm:spPr/>
      <dgm:t>
        <a:bodyPr/>
        <a:lstStyle/>
        <a:p>
          <a:endParaRPr lang="zh-CN" altLang="en-US"/>
        </a:p>
      </dgm:t>
    </dgm:pt>
    <dgm:pt modelId="{C517C4E4-D8D2-4413-B034-1E0B53D7095F}" type="sibTrans" cxnId="{D1795284-177D-4C8D-89B4-E92DFDACBC6D}">
      <dgm:prSet/>
      <dgm:spPr/>
      <dgm:t>
        <a:bodyPr/>
        <a:lstStyle/>
        <a:p>
          <a:endParaRPr lang="zh-CN" altLang="en-US"/>
        </a:p>
      </dgm:t>
    </dgm:pt>
    <dgm:pt modelId="{326EC2A8-776D-45F5-BEEC-38FC3C5F895E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7DEA89C9-D5B5-4C2A-B504-0BE2E03B9CB6}" type="sibTrans" cxnId="{B4CA80D4-F9A4-4EB9-A8A7-C55544633D3B}">
      <dgm:prSet/>
      <dgm:spPr/>
      <dgm:t>
        <a:bodyPr/>
        <a:lstStyle/>
        <a:p>
          <a:endParaRPr lang="zh-CN" altLang="en-US"/>
        </a:p>
      </dgm:t>
    </dgm:pt>
    <dgm:pt modelId="{B8045ADC-DEBC-458A-B6FE-0D78F0D923F4}" type="parTrans" cxnId="{B4CA80D4-F9A4-4EB9-A8A7-C55544633D3B}">
      <dgm:prSet/>
      <dgm:spPr/>
      <dgm:t>
        <a:bodyPr/>
        <a:lstStyle/>
        <a:p>
          <a:endParaRPr lang="zh-CN" altLang="en-US"/>
        </a:p>
      </dgm:t>
    </dgm:pt>
    <dgm:pt modelId="{CBF9B3E5-6397-49DD-B767-82EADB8F65FB}" type="pres">
      <dgm:prSet presAssocID="{7435063A-4E4F-4067-870B-5AC42AF0D38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0BEF365-49F7-48F2-8BFA-0BAE10272273}" type="pres">
      <dgm:prSet presAssocID="{326EC2A8-776D-45F5-BEEC-38FC3C5F895E}" presName="hierRoot1" presStyleCnt="0"/>
      <dgm:spPr/>
    </dgm:pt>
    <dgm:pt modelId="{22AE75F3-4222-4EA4-9554-23C3990DBB51}" type="pres">
      <dgm:prSet presAssocID="{326EC2A8-776D-45F5-BEEC-38FC3C5F895E}" presName="composite" presStyleCnt="0"/>
      <dgm:spPr/>
    </dgm:pt>
    <dgm:pt modelId="{15A759E6-3D8F-489B-8217-E4FC600D8C53}" type="pres">
      <dgm:prSet presAssocID="{326EC2A8-776D-45F5-BEEC-38FC3C5F895E}" presName="image" presStyleLbl="node0" presStyleIdx="0" presStyleCnt="1"/>
      <dgm:spPr>
        <a:xfrm>
          <a:off x="3492499" y="866563"/>
          <a:ext cx="1016000" cy="1016000"/>
        </a:xfrm>
        <a:prstGeom prst="ellipse">
          <a:avLst/>
        </a:prstGeom>
        <a:solidFill>
          <a:srgbClr val="FFC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5D259277-A0F4-4DCE-BB29-0E14AB9B620F}" type="pres">
      <dgm:prSet presAssocID="{326EC2A8-776D-45F5-BEEC-38FC3C5F895E}" presName="text" presStyleLbl="revTx" presStyleIdx="0" presStyleCnt="6">
        <dgm:presLayoutVars>
          <dgm:chPref val="3"/>
        </dgm:presLayoutVars>
      </dgm:prSet>
      <dgm:spPr/>
    </dgm:pt>
    <dgm:pt modelId="{98F56AC9-4074-4012-AEF1-5BB3A4142B08}" type="pres">
      <dgm:prSet presAssocID="{326EC2A8-776D-45F5-BEEC-38FC3C5F895E}" presName="hierChild2" presStyleCnt="0"/>
      <dgm:spPr/>
    </dgm:pt>
    <dgm:pt modelId="{360FABC3-0793-4CB2-95B5-2C1DD740C35D}" type="pres">
      <dgm:prSet presAssocID="{1BFF5162-1579-4AD7-B90E-7E8792CCBE4B}" presName="Name10" presStyleLbl="parChTrans1D2" presStyleIdx="0" presStyleCnt="2"/>
      <dgm:spPr/>
    </dgm:pt>
    <dgm:pt modelId="{3B96AC71-AD71-4DDC-BAFE-1404C49894CA}" type="pres">
      <dgm:prSet presAssocID="{00C9491D-FEDF-4559-BDE5-54BA1ACF0EC3}" presName="hierRoot2" presStyleCnt="0"/>
      <dgm:spPr/>
    </dgm:pt>
    <dgm:pt modelId="{0955679D-3A5B-4939-B028-A1C700014E98}" type="pres">
      <dgm:prSet presAssocID="{00C9491D-FEDF-4559-BDE5-54BA1ACF0EC3}" presName="composite2" presStyleCnt="0"/>
      <dgm:spPr/>
    </dgm:pt>
    <dgm:pt modelId="{001FE441-252F-41D1-8DAF-FAB138ED6CCE}" type="pres">
      <dgm:prSet presAssocID="{00C9491D-FEDF-4559-BDE5-54BA1ACF0EC3}" presName="image2" presStyleLbl="node2" presStyleIdx="0" presStyleCnt="2"/>
      <dgm:spPr>
        <a:xfrm>
          <a:off x="1396999" y="2202603"/>
          <a:ext cx="1016000" cy="1016000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F065C6A7-8FB5-40B7-81DA-62BF02C2A1C1}" type="pres">
      <dgm:prSet presAssocID="{00C9491D-FEDF-4559-BDE5-54BA1ACF0EC3}" presName="text2" presStyleLbl="revTx" presStyleIdx="1" presStyleCnt="6">
        <dgm:presLayoutVars>
          <dgm:chPref val="3"/>
        </dgm:presLayoutVars>
      </dgm:prSet>
      <dgm:spPr/>
    </dgm:pt>
    <dgm:pt modelId="{4250F1DC-EEF7-4FA8-897A-CD5459006A62}" type="pres">
      <dgm:prSet presAssocID="{00C9491D-FEDF-4559-BDE5-54BA1ACF0EC3}" presName="hierChild3" presStyleCnt="0"/>
      <dgm:spPr/>
    </dgm:pt>
    <dgm:pt modelId="{13053090-847F-4F43-949D-3950606FAF01}" type="pres">
      <dgm:prSet presAssocID="{F7FBA0EA-DA5C-4AB0-9F27-D2C424AE9468}" presName="Name17" presStyleLbl="parChTrans1D3" presStyleIdx="0" presStyleCnt="3"/>
      <dgm:spPr/>
    </dgm:pt>
    <dgm:pt modelId="{C694D317-6177-47BC-B941-EA9E5E8E52E2}" type="pres">
      <dgm:prSet presAssocID="{C696BCA0-603B-41B6-8B65-94BE5F266D8B}" presName="hierRoot3" presStyleCnt="0"/>
      <dgm:spPr/>
    </dgm:pt>
    <dgm:pt modelId="{81F5F4E3-B953-4715-8A96-E53A3DFEF212}" type="pres">
      <dgm:prSet presAssocID="{C696BCA0-603B-41B6-8B65-94BE5F266D8B}" presName="composite3" presStyleCnt="0"/>
      <dgm:spPr/>
    </dgm:pt>
    <dgm:pt modelId="{714FBB8F-0077-4830-B148-7EC66872EC4B}" type="pres">
      <dgm:prSet presAssocID="{C696BCA0-603B-41B6-8B65-94BE5F266D8B}" presName="image3" presStyleLbl="node3" presStyleIdx="0" presStyleCnt="3"/>
      <dgm:spPr>
        <a:solidFill>
          <a:srgbClr val="1851A3"/>
        </a:solidFill>
      </dgm:spPr>
    </dgm:pt>
    <dgm:pt modelId="{DB0A0E67-BA1F-4DEA-8C80-68B79752CBB1}" type="pres">
      <dgm:prSet presAssocID="{C696BCA0-603B-41B6-8B65-94BE5F266D8B}" presName="text3" presStyleLbl="revTx" presStyleIdx="2" presStyleCnt="6">
        <dgm:presLayoutVars>
          <dgm:chPref val="3"/>
        </dgm:presLayoutVars>
      </dgm:prSet>
      <dgm:spPr/>
    </dgm:pt>
    <dgm:pt modelId="{746D005B-9EF2-4DE1-87B7-AAE9E3038B4A}" type="pres">
      <dgm:prSet presAssocID="{C696BCA0-603B-41B6-8B65-94BE5F266D8B}" presName="hierChild4" presStyleCnt="0"/>
      <dgm:spPr/>
    </dgm:pt>
    <dgm:pt modelId="{69769F76-61ED-438D-8693-87FD6AEC3C48}" type="pres">
      <dgm:prSet presAssocID="{2A086249-24E3-42B4-BDBB-9B9E940EC8B3}" presName="Name17" presStyleLbl="parChTrans1D3" presStyleIdx="1" presStyleCnt="3"/>
      <dgm:spPr/>
    </dgm:pt>
    <dgm:pt modelId="{4367B339-E968-4D50-869F-88E316A0B0DA}" type="pres">
      <dgm:prSet presAssocID="{35E342D6-A0A1-4DDE-8B9A-4C261DC70606}" presName="hierRoot3" presStyleCnt="0"/>
      <dgm:spPr/>
    </dgm:pt>
    <dgm:pt modelId="{66F4412D-484D-4175-B407-399AB2393AD9}" type="pres">
      <dgm:prSet presAssocID="{35E342D6-A0A1-4DDE-8B9A-4C261DC70606}" presName="composite3" presStyleCnt="0"/>
      <dgm:spPr/>
    </dgm:pt>
    <dgm:pt modelId="{625DA878-34C8-44BB-A352-F5E11EC21CF7}" type="pres">
      <dgm:prSet presAssocID="{35E342D6-A0A1-4DDE-8B9A-4C261DC70606}" presName="image3" presStyleLbl="node3" presStyleIdx="1" presStyleCnt="3"/>
      <dgm:spPr>
        <a:xfrm>
          <a:off x="2793999" y="3538643"/>
          <a:ext cx="1016000" cy="1016000"/>
        </a:xfrm>
        <a:prstGeom prst="ellipse">
          <a:avLst/>
        </a:prstGeom>
        <a:solidFill>
          <a:srgbClr val="FFC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5060F322-406F-4CE0-9161-E23D51027E50}" type="pres">
      <dgm:prSet presAssocID="{35E342D6-A0A1-4DDE-8B9A-4C261DC70606}" presName="text3" presStyleLbl="revTx" presStyleIdx="3" presStyleCnt="6">
        <dgm:presLayoutVars>
          <dgm:chPref val="3"/>
        </dgm:presLayoutVars>
      </dgm:prSet>
      <dgm:spPr/>
    </dgm:pt>
    <dgm:pt modelId="{F5D2ECE3-CEF7-455A-8105-2A7F84A08566}" type="pres">
      <dgm:prSet presAssocID="{35E342D6-A0A1-4DDE-8B9A-4C261DC70606}" presName="hierChild4" presStyleCnt="0"/>
      <dgm:spPr/>
    </dgm:pt>
    <dgm:pt modelId="{4863ADC1-A91E-4325-B359-385F7657A35A}" type="pres">
      <dgm:prSet presAssocID="{AD99C125-DB41-40FB-A9F6-7501525C00B0}" presName="Name10" presStyleLbl="parChTrans1D2" presStyleIdx="1" presStyleCnt="2"/>
      <dgm:spPr/>
    </dgm:pt>
    <dgm:pt modelId="{97F304FD-171D-46B8-B645-65917F468FDD}" type="pres">
      <dgm:prSet presAssocID="{E1545FAC-303A-45AA-94DD-0891C7221C8F}" presName="hierRoot2" presStyleCnt="0"/>
      <dgm:spPr/>
    </dgm:pt>
    <dgm:pt modelId="{F3B19809-6667-4889-95DA-EBD8BDDBFEFB}" type="pres">
      <dgm:prSet presAssocID="{E1545FAC-303A-45AA-94DD-0891C7221C8F}" presName="composite2" presStyleCnt="0"/>
      <dgm:spPr/>
    </dgm:pt>
    <dgm:pt modelId="{94A9747C-54AE-41AC-A34B-B7E8E6DF7D00}" type="pres">
      <dgm:prSet presAssocID="{E1545FAC-303A-45AA-94DD-0891C7221C8F}" presName="image2" presStyleLbl="node2" presStyleIdx="1" presStyleCnt="2"/>
      <dgm:spPr>
        <a:xfrm>
          <a:off x="5587999" y="2202603"/>
          <a:ext cx="1016000" cy="1016000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F8ED171E-DEDF-4D2C-BD74-242F49ADCE5F}" type="pres">
      <dgm:prSet presAssocID="{E1545FAC-303A-45AA-94DD-0891C7221C8F}" presName="text2" presStyleLbl="revTx" presStyleIdx="4" presStyleCnt="6">
        <dgm:presLayoutVars>
          <dgm:chPref val="3"/>
        </dgm:presLayoutVars>
      </dgm:prSet>
      <dgm:spPr/>
    </dgm:pt>
    <dgm:pt modelId="{352E6D63-D11E-4097-9278-81EF95279310}" type="pres">
      <dgm:prSet presAssocID="{E1545FAC-303A-45AA-94DD-0891C7221C8F}" presName="hierChild3" presStyleCnt="0"/>
      <dgm:spPr/>
    </dgm:pt>
    <dgm:pt modelId="{52904E01-4B42-452F-BA48-88670883E68F}" type="pres">
      <dgm:prSet presAssocID="{01FA064A-4A80-4C73-99C2-A302FEC40698}" presName="Name17" presStyleLbl="parChTrans1D3" presStyleIdx="2" presStyleCnt="3"/>
      <dgm:spPr/>
    </dgm:pt>
    <dgm:pt modelId="{0E252F33-72E3-4B4A-A52C-188E6A6A556C}" type="pres">
      <dgm:prSet presAssocID="{30EF17E8-83AD-464F-A0E8-F4ECA296C51A}" presName="hierRoot3" presStyleCnt="0"/>
      <dgm:spPr/>
    </dgm:pt>
    <dgm:pt modelId="{A1DC98E6-4672-4909-B63C-CA555E5CEFA1}" type="pres">
      <dgm:prSet presAssocID="{30EF17E8-83AD-464F-A0E8-F4ECA296C51A}" presName="composite3" presStyleCnt="0"/>
      <dgm:spPr/>
    </dgm:pt>
    <dgm:pt modelId="{B182AD4C-80C6-483B-9A8B-DA3321C854F8}" type="pres">
      <dgm:prSet presAssocID="{30EF17E8-83AD-464F-A0E8-F4ECA296C51A}" presName="image3" presStyleLbl="node3" presStyleIdx="2" presStyleCnt="3"/>
      <dgm:spPr>
        <a:xfrm>
          <a:off x="5587999" y="3538643"/>
          <a:ext cx="1016000" cy="1016000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C524FE84-D3A8-4179-B645-BEF2F51295DF}" type="pres">
      <dgm:prSet presAssocID="{30EF17E8-83AD-464F-A0E8-F4ECA296C51A}" presName="text3" presStyleLbl="revTx" presStyleIdx="5" presStyleCnt="6">
        <dgm:presLayoutVars>
          <dgm:chPref val="3"/>
        </dgm:presLayoutVars>
      </dgm:prSet>
      <dgm:spPr/>
    </dgm:pt>
    <dgm:pt modelId="{4BB95C35-EF4B-47AA-9BED-A992ADE1600F}" type="pres">
      <dgm:prSet presAssocID="{30EF17E8-83AD-464F-A0E8-F4ECA296C51A}" presName="hierChild4" presStyleCnt="0"/>
      <dgm:spPr/>
    </dgm:pt>
  </dgm:ptLst>
  <dgm:cxnLst>
    <dgm:cxn modelId="{3EE44D09-5A50-4226-A4F7-D6CDF011A2F1}" type="presOf" srcId="{2A086249-24E3-42B4-BDBB-9B9E940EC8B3}" destId="{69769F76-61ED-438D-8693-87FD6AEC3C48}" srcOrd="0" destOrd="0" presId="urn:microsoft.com/office/officeart/2009/layout/CirclePictureHierarchy"/>
    <dgm:cxn modelId="{BC193D0B-3271-4AF5-BC4B-6855E38A866C}" type="presOf" srcId="{F7FBA0EA-DA5C-4AB0-9F27-D2C424AE9468}" destId="{13053090-847F-4F43-949D-3950606FAF01}" srcOrd="0" destOrd="0" presId="urn:microsoft.com/office/officeart/2009/layout/CirclePictureHierarchy"/>
    <dgm:cxn modelId="{A030AD1A-22BB-484B-A793-A7AA99AFD043}" type="presOf" srcId="{01FA064A-4A80-4C73-99C2-A302FEC40698}" destId="{52904E01-4B42-452F-BA48-88670883E68F}" srcOrd="0" destOrd="0" presId="urn:microsoft.com/office/officeart/2009/layout/CirclePictureHierarchy"/>
    <dgm:cxn modelId="{C1AB4520-B7BD-4CC8-89D8-C7585DFFDCE7}" srcId="{326EC2A8-776D-45F5-BEEC-38FC3C5F895E}" destId="{00C9491D-FEDF-4559-BDE5-54BA1ACF0EC3}" srcOrd="0" destOrd="0" parTransId="{1BFF5162-1579-4AD7-B90E-7E8792CCBE4B}" sibTransId="{4214F249-CD59-44C0-8204-3D45A6D494BD}"/>
    <dgm:cxn modelId="{1E393A3D-BE4C-46D4-8EA6-7F2A95A10308}" srcId="{00C9491D-FEDF-4559-BDE5-54BA1ACF0EC3}" destId="{C696BCA0-603B-41B6-8B65-94BE5F266D8B}" srcOrd="0" destOrd="0" parTransId="{F7FBA0EA-DA5C-4AB0-9F27-D2C424AE9468}" sibTransId="{5E9E349F-13FA-4F9E-A5AA-6EB0839636A2}"/>
    <dgm:cxn modelId="{6F36F644-903E-45C1-99F9-11B0990D9B0A}" type="presOf" srcId="{E1545FAC-303A-45AA-94DD-0891C7221C8F}" destId="{F8ED171E-DEDF-4D2C-BD74-242F49ADCE5F}" srcOrd="0" destOrd="0" presId="urn:microsoft.com/office/officeart/2009/layout/CirclePictureHierarchy"/>
    <dgm:cxn modelId="{66B06F56-0A4C-4666-9F53-781183C0F245}" type="presOf" srcId="{30EF17E8-83AD-464F-A0E8-F4ECA296C51A}" destId="{C524FE84-D3A8-4179-B645-BEF2F51295DF}" srcOrd="0" destOrd="0" presId="urn:microsoft.com/office/officeart/2009/layout/CirclePictureHierarchy"/>
    <dgm:cxn modelId="{D1795284-177D-4C8D-89B4-E92DFDACBC6D}" srcId="{E1545FAC-303A-45AA-94DD-0891C7221C8F}" destId="{30EF17E8-83AD-464F-A0E8-F4ECA296C51A}" srcOrd="0" destOrd="0" parTransId="{01FA064A-4A80-4C73-99C2-A302FEC40698}" sibTransId="{C517C4E4-D8D2-4413-B034-1E0B53D7095F}"/>
    <dgm:cxn modelId="{611F3686-C28B-47AE-B5AD-924AE35C4CC2}" type="presOf" srcId="{326EC2A8-776D-45F5-BEEC-38FC3C5F895E}" destId="{5D259277-A0F4-4DCE-BB29-0E14AB9B620F}" srcOrd="0" destOrd="0" presId="urn:microsoft.com/office/officeart/2009/layout/CirclePictureHierarchy"/>
    <dgm:cxn modelId="{7E313FAA-0DA6-4ED1-9649-AD0F796EDB00}" type="presOf" srcId="{35E342D6-A0A1-4DDE-8B9A-4C261DC70606}" destId="{5060F322-406F-4CE0-9161-E23D51027E50}" srcOrd="0" destOrd="0" presId="urn:microsoft.com/office/officeart/2009/layout/CirclePictureHierarchy"/>
    <dgm:cxn modelId="{8EABC6CA-2ADE-4065-A7A4-9ED665F28F20}" type="presOf" srcId="{1BFF5162-1579-4AD7-B90E-7E8792CCBE4B}" destId="{360FABC3-0793-4CB2-95B5-2C1DD740C35D}" srcOrd="0" destOrd="0" presId="urn:microsoft.com/office/officeart/2009/layout/CirclePictureHierarchy"/>
    <dgm:cxn modelId="{A62A67CD-2E8F-4E10-9FCA-7F8E96CAA56A}" type="presOf" srcId="{00C9491D-FEDF-4559-BDE5-54BA1ACF0EC3}" destId="{F065C6A7-8FB5-40B7-81DA-62BF02C2A1C1}" srcOrd="0" destOrd="0" presId="urn:microsoft.com/office/officeart/2009/layout/CirclePictureHierarchy"/>
    <dgm:cxn modelId="{B4CA80D4-F9A4-4EB9-A8A7-C55544633D3B}" srcId="{7435063A-4E4F-4067-870B-5AC42AF0D388}" destId="{326EC2A8-776D-45F5-BEEC-38FC3C5F895E}" srcOrd="0" destOrd="0" parTransId="{B8045ADC-DEBC-458A-B6FE-0D78F0D923F4}" sibTransId="{7DEA89C9-D5B5-4C2A-B504-0BE2E03B9CB6}"/>
    <dgm:cxn modelId="{5246E8D6-6F3F-4AD0-B1DF-42E62EE6DD41}" type="presOf" srcId="{7435063A-4E4F-4067-870B-5AC42AF0D388}" destId="{CBF9B3E5-6397-49DD-B767-82EADB8F65FB}" srcOrd="0" destOrd="0" presId="urn:microsoft.com/office/officeart/2009/layout/CirclePictureHierarchy"/>
    <dgm:cxn modelId="{F1E296D8-F8AE-4480-8926-6D30AF6C1DD9}" srcId="{00C9491D-FEDF-4559-BDE5-54BA1ACF0EC3}" destId="{35E342D6-A0A1-4DDE-8B9A-4C261DC70606}" srcOrd="1" destOrd="0" parTransId="{2A086249-24E3-42B4-BDBB-9B9E940EC8B3}" sibTransId="{9CD5E69B-BEA3-49FC-91FC-03ABCE6A5074}"/>
    <dgm:cxn modelId="{7507FEE5-D47E-48F0-B877-637164DA8331}" type="presOf" srcId="{C696BCA0-603B-41B6-8B65-94BE5F266D8B}" destId="{DB0A0E67-BA1F-4DEA-8C80-68B79752CBB1}" srcOrd="0" destOrd="0" presId="urn:microsoft.com/office/officeart/2009/layout/CirclePictureHierarchy"/>
    <dgm:cxn modelId="{CA5283F1-4A2E-40F9-9C97-5114E75D1B3C}" srcId="{326EC2A8-776D-45F5-BEEC-38FC3C5F895E}" destId="{E1545FAC-303A-45AA-94DD-0891C7221C8F}" srcOrd="1" destOrd="0" parTransId="{AD99C125-DB41-40FB-A9F6-7501525C00B0}" sibTransId="{50466D37-BAC1-4B53-963D-222EA95C0408}"/>
    <dgm:cxn modelId="{2C6E3FF3-5023-49AB-ADF8-41B01113BB7E}" type="presOf" srcId="{AD99C125-DB41-40FB-A9F6-7501525C00B0}" destId="{4863ADC1-A91E-4325-B359-385F7657A35A}" srcOrd="0" destOrd="0" presId="urn:microsoft.com/office/officeart/2009/layout/CirclePictureHierarchy"/>
    <dgm:cxn modelId="{DB382FB5-6909-4C09-8C4B-5001B9E36BF1}" type="presParOf" srcId="{CBF9B3E5-6397-49DD-B767-82EADB8F65FB}" destId="{10BEF365-49F7-48F2-8BFA-0BAE10272273}" srcOrd="0" destOrd="0" presId="urn:microsoft.com/office/officeart/2009/layout/CirclePictureHierarchy"/>
    <dgm:cxn modelId="{C38DEBD0-5BDB-4F5E-A99B-DA35413137A4}" type="presParOf" srcId="{10BEF365-49F7-48F2-8BFA-0BAE10272273}" destId="{22AE75F3-4222-4EA4-9554-23C3990DBB51}" srcOrd="0" destOrd="0" presId="urn:microsoft.com/office/officeart/2009/layout/CirclePictureHierarchy"/>
    <dgm:cxn modelId="{FC9D2A8E-B5DD-4924-B2E6-3D54303752DC}" type="presParOf" srcId="{22AE75F3-4222-4EA4-9554-23C3990DBB51}" destId="{15A759E6-3D8F-489B-8217-E4FC600D8C53}" srcOrd="0" destOrd="0" presId="urn:microsoft.com/office/officeart/2009/layout/CirclePictureHierarchy"/>
    <dgm:cxn modelId="{2C7EFC18-E01B-45FD-8709-50E672AFFE03}" type="presParOf" srcId="{22AE75F3-4222-4EA4-9554-23C3990DBB51}" destId="{5D259277-A0F4-4DCE-BB29-0E14AB9B620F}" srcOrd="1" destOrd="0" presId="urn:microsoft.com/office/officeart/2009/layout/CirclePictureHierarchy"/>
    <dgm:cxn modelId="{F96E290B-FF7F-46EA-8869-7EFA045AC844}" type="presParOf" srcId="{10BEF365-49F7-48F2-8BFA-0BAE10272273}" destId="{98F56AC9-4074-4012-AEF1-5BB3A4142B08}" srcOrd="1" destOrd="0" presId="urn:microsoft.com/office/officeart/2009/layout/CirclePictureHierarchy"/>
    <dgm:cxn modelId="{DCC08240-B662-4818-B328-F021EAA3D1B3}" type="presParOf" srcId="{98F56AC9-4074-4012-AEF1-5BB3A4142B08}" destId="{360FABC3-0793-4CB2-95B5-2C1DD740C35D}" srcOrd="0" destOrd="0" presId="urn:microsoft.com/office/officeart/2009/layout/CirclePictureHierarchy"/>
    <dgm:cxn modelId="{A7C30F50-1993-4735-A621-02EC1D78A29E}" type="presParOf" srcId="{98F56AC9-4074-4012-AEF1-5BB3A4142B08}" destId="{3B96AC71-AD71-4DDC-BAFE-1404C49894CA}" srcOrd="1" destOrd="0" presId="urn:microsoft.com/office/officeart/2009/layout/CirclePictureHierarchy"/>
    <dgm:cxn modelId="{0A8D86FA-4ADE-4EE4-A0CD-210E7BACF7DD}" type="presParOf" srcId="{3B96AC71-AD71-4DDC-BAFE-1404C49894CA}" destId="{0955679D-3A5B-4939-B028-A1C700014E98}" srcOrd="0" destOrd="0" presId="urn:microsoft.com/office/officeart/2009/layout/CirclePictureHierarchy"/>
    <dgm:cxn modelId="{7F54D7C6-AE68-4D40-9265-841783A09347}" type="presParOf" srcId="{0955679D-3A5B-4939-B028-A1C700014E98}" destId="{001FE441-252F-41D1-8DAF-FAB138ED6CCE}" srcOrd="0" destOrd="0" presId="urn:microsoft.com/office/officeart/2009/layout/CirclePictureHierarchy"/>
    <dgm:cxn modelId="{3FF26F3F-6D24-4B32-8D3E-74CB9BA38A1A}" type="presParOf" srcId="{0955679D-3A5B-4939-B028-A1C700014E98}" destId="{F065C6A7-8FB5-40B7-81DA-62BF02C2A1C1}" srcOrd="1" destOrd="0" presId="urn:microsoft.com/office/officeart/2009/layout/CirclePictureHierarchy"/>
    <dgm:cxn modelId="{0A765F82-AF2D-495E-888C-17D609A9988B}" type="presParOf" srcId="{3B96AC71-AD71-4DDC-BAFE-1404C49894CA}" destId="{4250F1DC-EEF7-4FA8-897A-CD5459006A62}" srcOrd="1" destOrd="0" presId="urn:microsoft.com/office/officeart/2009/layout/CirclePictureHierarchy"/>
    <dgm:cxn modelId="{D5BC44EF-1BA7-4D6F-B850-BDB1017B0C3F}" type="presParOf" srcId="{4250F1DC-EEF7-4FA8-897A-CD5459006A62}" destId="{13053090-847F-4F43-949D-3950606FAF01}" srcOrd="0" destOrd="0" presId="urn:microsoft.com/office/officeart/2009/layout/CirclePictureHierarchy"/>
    <dgm:cxn modelId="{90F363FB-8290-4043-BBFF-62D9EE595AA8}" type="presParOf" srcId="{4250F1DC-EEF7-4FA8-897A-CD5459006A62}" destId="{C694D317-6177-47BC-B941-EA9E5E8E52E2}" srcOrd="1" destOrd="0" presId="urn:microsoft.com/office/officeart/2009/layout/CirclePictureHierarchy"/>
    <dgm:cxn modelId="{95275F63-A04F-4DBF-9217-492EB04BBC2F}" type="presParOf" srcId="{C694D317-6177-47BC-B941-EA9E5E8E52E2}" destId="{81F5F4E3-B953-4715-8A96-E53A3DFEF212}" srcOrd="0" destOrd="0" presId="urn:microsoft.com/office/officeart/2009/layout/CirclePictureHierarchy"/>
    <dgm:cxn modelId="{03E8E273-7F08-45AC-8176-A23ACA1C24B9}" type="presParOf" srcId="{81F5F4E3-B953-4715-8A96-E53A3DFEF212}" destId="{714FBB8F-0077-4830-B148-7EC66872EC4B}" srcOrd="0" destOrd="0" presId="urn:microsoft.com/office/officeart/2009/layout/CirclePictureHierarchy"/>
    <dgm:cxn modelId="{4F659CA0-3078-413F-9782-6A5373963A26}" type="presParOf" srcId="{81F5F4E3-B953-4715-8A96-E53A3DFEF212}" destId="{DB0A0E67-BA1F-4DEA-8C80-68B79752CBB1}" srcOrd="1" destOrd="0" presId="urn:microsoft.com/office/officeart/2009/layout/CirclePictureHierarchy"/>
    <dgm:cxn modelId="{841E50A3-0A50-409D-868C-F63C50650C0C}" type="presParOf" srcId="{C694D317-6177-47BC-B941-EA9E5E8E52E2}" destId="{746D005B-9EF2-4DE1-87B7-AAE9E3038B4A}" srcOrd="1" destOrd="0" presId="urn:microsoft.com/office/officeart/2009/layout/CirclePictureHierarchy"/>
    <dgm:cxn modelId="{B522B4F5-E010-4490-B170-FA166590B20E}" type="presParOf" srcId="{4250F1DC-EEF7-4FA8-897A-CD5459006A62}" destId="{69769F76-61ED-438D-8693-87FD6AEC3C48}" srcOrd="2" destOrd="0" presId="urn:microsoft.com/office/officeart/2009/layout/CirclePictureHierarchy"/>
    <dgm:cxn modelId="{BE68C384-6399-4D1E-9FCD-D95CE690D185}" type="presParOf" srcId="{4250F1DC-EEF7-4FA8-897A-CD5459006A62}" destId="{4367B339-E968-4D50-869F-88E316A0B0DA}" srcOrd="3" destOrd="0" presId="urn:microsoft.com/office/officeart/2009/layout/CirclePictureHierarchy"/>
    <dgm:cxn modelId="{23205859-3C23-4270-B842-6B72B0397F1B}" type="presParOf" srcId="{4367B339-E968-4D50-869F-88E316A0B0DA}" destId="{66F4412D-484D-4175-B407-399AB2393AD9}" srcOrd="0" destOrd="0" presId="urn:microsoft.com/office/officeart/2009/layout/CirclePictureHierarchy"/>
    <dgm:cxn modelId="{80D2C49A-B44E-4826-BD59-8F857775CCA4}" type="presParOf" srcId="{66F4412D-484D-4175-B407-399AB2393AD9}" destId="{625DA878-34C8-44BB-A352-F5E11EC21CF7}" srcOrd="0" destOrd="0" presId="urn:microsoft.com/office/officeart/2009/layout/CirclePictureHierarchy"/>
    <dgm:cxn modelId="{2F1636DC-DB1A-44BE-B2A4-71EA805936C2}" type="presParOf" srcId="{66F4412D-484D-4175-B407-399AB2393AD9}" destId="{5060F322-406F-4CE0-9161-E23D51027E50}" srcOrd="1" destOrd="0" presId="urn:microsoft.com/office/officeart/2009/layout/CirclePictureHierarchy"/>
    <dgm:cxn modelId="{C3D2D2C1-B2C4-43ED-8C7A-45371854FFDA}" type="presParOf" srcId="{4367B339-E968-4D50-869F-88E316A0B0DA}" destId="{F5D2ECE3-CEF7-455A-8105-2A7F84A08566}" srcOrd="1" destOrd="0" presId="urn:microsoft.com/office/officeart/2009/layout/CirclePictureHierarchy"/>
    <dgm:cxn modelId="{7EEAD408-A083-4FA8-A7E6-CCD7BE6B77C2}" type="presParOf" srcId="{98F56AC9-4074-4012-AEF1-5BB3A4142B08}" destId="{4863ADC1-A91E-4325-B359-385F7657A35A}" srcOrd="2" destOrd="0" presId="urn:microsoft.com/office/officeart/2009/layout/CirclePictureHierarchy"/>
    <dgm:cxn modelId="{4B2ABA29-6DE4-48CF-86B1-7248BF72E28F}" type="presParOf" srcId="{98F56AC9-4074-4012-AEF1-5BB3A4142B08}" destId="{97F304FD-171D-46B8-B645-65917F468FDD}" srcOrd="3" destOrd="0" presId="urn:microsoft.com/office/officeart/2009/layout/CirclePictureHierarchy"/>
    <dgm:cxn modelId="{D9C95507-0431-44F6-BCCA-901A357397C5}" type="presParOf" srcId="{97F304FD-171D-46B8-B645-65917F468FDD}" destId="{F3B19809-6667-4889-95DA-EBD8BDDBFEFB}" srcOrd="0" destOrd="0" presId="urn:microsoft.com/office/officeart/2009/layout/CirclePictureHierarchy"/>
    <dgm:cxn modelId="{7851B399-1E7D-4A3D-9E51-2DE918B68652}" type="presParOf" srcId="{F3B19809-6667-4889-95DA-EBD8BDDBFEFB}" destId="{94A9747C-54AE-41AC-A34B-B7E8E6DF7D00}" srcOrd="0" destOrd="0" presId="urn:microsoft.com/office/officeart/2009/layout/CirclePictureHierarchy"/>
    <dgm:cxn modelId="{6DC04BE4-9E3B-4E76-AA79-010A1306BF5F}" type="presParOf" srcId="{F3B19809-6667-4889-95DA-EBD8BDDBFEFB}" destId="{F8ED171E-DEDF-4D2C-BD74-242F49ADCE5F}" srcOrd="1" destOrd="0" presId="urn:microsoft.com/office/officeart/2009/layout/CirclePictureHierarchy"/>
    <dgm:cxn modelId="{910C8388-93F9-4D66-AC20-D8CFFDD278C6}" type="presParOf" srcId="{97F304FD-171D-46B8-B645-65917F468FDD}" destId="{352E6D63-D11E-4097-9278-81EF95279310}" srcOrd="1" destOrd="0" presId="urn:microsoft.com/office/officeart/2009/layout/CirclePictureHierarchy"/>
    <dgm:cxn modelId="{500D4256-1041-47EF-906E-2F4777AC2B12}" type="presParOf" srcId="{352E6D63-D11E-4097-9278-81EF95279310}" destId="{52904E01-4B42-452F-BA48-88670883E68F}" srcOrd="0" destOrd="0" presId="urn:microsoft.com/office/officeart/2009/layout/CirclePictureHierarchy"/>
    <dgm:cxn modelId="{3CBF210B-FF75-4F95-8BEE-7092860F4292}" type="presParOf" srcId="{352E6D63-D11E-4097-9278-81EF95279310}" destId="{0E252F33-72E3-4B4A-A52C-188E6A6A556C}" srcOrd="1" destOrd="0" presId="urn:microsoft.com/office/officeart/2009/layout/CirclePictureHierarchy"/>
    <dgm:cxn modelId="{6896BFE1-5C1C-4172-A31F-007B2BFFD462}" type="presParOf" srcId="{0E252F33-72E3-4B4A-A52C-188E6A6A556C}" destId="{A1DC98E6-4672-4909-B63C-CA555E5CEFA1}" srcOrd="0" destOrd="0" presId="urn:microsoft.com/office/officeart/2009/layout/CirclePictureHierarchy"/>
    <dgm:cxn modelId="{4911639D-8671-47D8-A72F-40F06E3D9662}" type="presParOf" srcId="{A1DC98E6-4672-4909-B63C-CA555E5CEFA1}" destId="{B182AD4C-80C6-483B-9A8B-DA3321C854F8}" srcOrd="0" destOrd="0" presId="urn:microsoft.com/office/officeart/2009/layout/CirclePictureHierarchy"/>
    <dgm:cxn modelId="{576C1642-B6D3-4659-80A2-8E6925B7E43E}" type="presParOf" srcId="{A1DC98E6-4672-4909-B63C-CA555E5CEFA1}" destId="{C524FE84-D3A8-4179-B645-BEF2F51295DF}" srcOrd="1" destOrd="0" presId="urn:microsoft.com/office/officeart/2009/layout/CirclePictureHierarchy"/>
    <dgm:cxn modelId="{B1D01DE5-0935-489D-8960-4E28381D112A}" type="presParOf" srcId="{0E252F33-72E3-4B4A-A52C-188E6A6A556C}" destId="{4BB95C35-EF4B-47AA-9BED-A992ADE1600F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04E01-4B42-452F-BA48-88670883E68F}">
      <dsp:nvSpPr>
        <dsp:cNvPr id="0" name=""/>
        <dsp:cNvSpPr/>
      </dsp:nvSpPr>
      <dsp:spPr>
        <a:xfrm>
          <a:off x="4431030" y="2608275"/>
          <a:ext cx="91440" cy="2350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0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63ADC1-A91E-4325-B359-385F7657A35A}">
      <dsp:nvSpPr>
        <dsp:cNvPr id="0" name=""/>
        <dsp:cNvSpPr/>
      </dsp:nvSpPr>
      <dsp:spPr>
        <a:xfrm>
          <a:off x="2937867" y="1627120"/>
          <a:ext cx="1538882" cy="235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47"/>
              </a:lnTo>
              <a:lnTo>
                <a:pt x="1538882" y="118447"/>
              </a:lnTo>
              <a:lnTo>
                <a:pt x="1538882" y="235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769F76-61ED-438D-8693-87FD6AEC3C48}">
      <dsp:nvSpPr>
        <dsp:cNvPr id="0" name=""/>
        <dsp:cNvSpPr/>
      </dsp:nvSpPr>
      <dsp:spPr>
        <a:xfrm>
          <a:off x="1398984" y="2608275"/>
          <a:ext cx="1025921" cy="235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47"/>
              </a:lnTo>
              <a:lnTo>
                <a:pt x="1025921" y="118447"/>
              </a:lnTo>
              <a:lnTo>
                <a:pt x="1025921" y="2350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053090-847F-4F43-949D-3950606FAF01}">
      <dsp:nvSpPr>
        <dsp:cNvPr id="0" name=""/>
        <dsp:cNvSpPr/>
      </dsp:nvSpPr>
      <dsp:spPr>
        <a:xfrm>
          <a:off x="373062" y="2608275"/>
          <a:ext cx="1025921" cy="235029"/>
        </a:xfrm>
        <a:custGeom>
          <a:avLst/>
          <a:gdLst/>
          <a:ahLst/>
          <a:cxnLst/>
          <a:rect l="0" t="0" r="0" b="0"/>
          <a:pathLst>
            <a:path>
              <a:moveTo>
                <a:pt x="1025921" y="0"/>
              </a:moveTo>
              <a:lnTo>
                <a:pt x="1025921" y="118447"/>
              </a:lnTo>
              <a:lnTo>
                <a:pt x="0" y="118447"/>
              </a:lnTo>
              <a:lnTo>
                <a:pt x="0" y="2350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0FABC3-0793-4CB2-95B5-2C1DD740C35D}">
      <dsp:nvSpPr>
        <dsp:cNvPr id="0" name=""/>
        <dsp:cNvSpPr/>
      </dsp:nvSpPr>
      <dsp:spPr>
        <a:xfrm>
          <a:off x="1398984" y="1627120"/>
          <a:ext cx="1538882" cy="235029"/>
        </a:xfrm>
        <a:custGeom>
          <a:avLst/>
          <a:gdLst/>
          <a:ahLst/>
          <a:cxnLst/>
          <a:rect l="0" t="0" r="0" b="0"/>
          <a:pathLst>
            <a:path>
              <a:moveTo>
                <a:pt x="1538882" y="0"/>
              </a:moveTo>
              <a:lnTo>
                <a:pt x="1538882" y="118447"/>
              </a:lnTo>
              <a:lnTo>
                <a:pt x="0" y="118447"/>
              </a:lnTo>
              <a:lnTo>
                <a:pt x="0" y="235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A759E6-3D8F-489B-8217-E4FC600D8C53}">
      <dsp:nvSpPr>
        <dsp:cNvPr id="0" name=""/>
        <dsp:cNvSpPr/>
      </dsp:nvSpPr>
      <dsp:spPr>
        <a:xfrm>
          <a:off x="2564804" y="880995"/>
          <a:ext cx="746124" cy="746124"/>
        </a:xfrm>
        <a:prstGeom prst="ellipse">
          <a:avLst/>
        </a:prstGeom>
        <a:solidFill>
          <a:srgbClr val="FFC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59277-A0F4-4DCE-BB29-0E14AB9B620F}">
      <dsp:nvSpPr>
        <dsp:cNvPr id="0" name=""/>
        <dsp:cNvSpPr/>
      </dsp:nvSpPr>
      <dsp:spPr>
        <a:xfrm>
          <a:off x="3310929" y="879130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3310929" y="879130"/>
        <a:ext cx="1119187" cy="746124"/>
      </dsp:txXfrm>
    </dsp:sp>
    <dsp:sp modelId="{001FE441-252F-41D1-8DAF-FAB138ED6CCE}">
      <dsp:nvSpPr>
        <dsp:cNvPr id="0" name=""/>
        <dsp:cNvSpPr/>
      </dsp:nvSpPr>
      <dsp:spPr>
        <a:xfrm>
          <a:off x="1025921" y="1862150"/>
          <a:ext cx="746124" cy="746124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5C6A7-8FB5-40B7-81DA-62BF02C2A1C1}">
      <dsp:nvSpPr>
        <dsp:cNvPr id="0" name=""/>
        <dsp:cNvSpPr/>
      </dsp:nvSpPr>
      <dsp:spPr>
        <a:xfrm>
          <a:off x="1772046" y="1860284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1772046" y="1860284"/>
        <a:ext cx="1119187" cy="746124"/>
      </dsp:txXfrm>
    </dsp:sp>
    <dsp:sp modelId="{714FBB8F-0077-4830-B148-7EC66872EC4B}">
      <dsp:nvSpPr>
        <dsp:cNvPr id="0" name=""/>
        <dsp:cNvSpPr/>
      </dsp:nvSpPr>
      <dsp:spPr>
        <a:xfrm>
          <a:off x="0" y="2843304"/>
          <a:ext cx="746124" cy="746124"/>
        </a:xfrm>
        <a:prstGeom prst="ellipse">
          <a:avLst/>
        </a:prstGeom>
        <a:solidFill>
          <a:srgbClr val="1851A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A0E67-BA1F-4DEA-8C80-68B79752CBB1}">
      <dsp:nvSpPr>
        <dsp:cNvPr id="0" name=""/>
        <dsp:cNvSpPr/>
      </dsp:nvSpPr>
      <dsp:spPr>
        <a:xfrm>
          <a:off x="746124" y="2841439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746124" y="2841439"/>
        <a:ext cx="1119187" cy="746124"/>
      </dsp:txXfrm>
    </dsp:sp>
    <dsp:sp modelId="{625DA878-34C8-44BB-A352-F5E11EC21CF7}">
      <dsp:nvSpPr>
        <dsp:cNvPr id="0" name=""/>
        <dsp:cNvSpPr/>
      </dsp:nvSpPr>
      <dsp:spPr>
        <a:xfrm>
          <a:off x="2051843" y="2843304"/>
          <a:ext cx="746124" cy="746124"/>
        </a:xfrm>
        <a:prstGeom prst="ellipse">
          <a:avLst/>
        </a:prstGeom>
        <a:solidFill>
          <a:srgbClr val="FFC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0F322-406F-4CE0-9161-E23D51027E50}">
      <dsp:nvSpPr>
        <dsp:cNvPr id="0" name=""/>
        <dsp:cNvSpPr/>
      </dsp:nvSpPr>
      <dsp:spPr>
        <a:xfrm>
          <a:off x="2797968" y="2841439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2797968" y="2841439"/>
        <a:ext cx="1119187" cy="746124"/>
      </dsp:txXfrm>
    </dsp:sp>
    <dsp:sp modelId="{94A9747C-54AE-41AC-A34B-B7E8E6DF7D00}">
      <dsp:nvSpPr>
        <dsp:cNvPr id="0" name=""/>
        <dsp:cNvSpPr/>
      </dsp:nvSpPr>
      <dsp:spPr>
        <a:xfrm>
          <a:off x="4103687" y="1862150"/>
          <a:ext cx="746124" cy="746124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D171E-DEDF-4D2C-BD74-242F49ADCE5F}">
      <dsp:nvSpPr>
        <dsp:cNvPr id="0" name=""/>
        <dsp:cNvSpPr/>
      </dsp:nvSpPr>
      <dsp:spPr>
        <a:xfrm>
          <a:off x="4849812" y="1860284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4849812" y="1860284"/>
        <a:ext cx="1119187" cy="746124"/>
      </dsp:txXfrm>
    </dsp:sp>
    <dsp:sp modelId="{B182AD4C-80C6-483B-9A8B-DA3321C854F8}">
      <dsp:nvSpPr>
        <dsp:cNvPr id="0" name=""/>
        <dsp:cNvSpPr/>
      </dsp:nvSpPr>
      <dsp:spPr>
        <a:xfrm>
          <a:off x="4103687" y="2843304"/>
          <a:ext cx="746124" cy="746124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4FE84-D3A8-4179-B645-BEF2F51295DF}">
      <dsp:nvSpPr>
        <dsp:cNvPr id="0" name=""/>
        <dsp:cNvSpPr/>
      </dsp:nvSpPr>
      <dsp:spPr>
        <a:xfrm>
          <a:off x="4849812" y="2841439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4849812" y="2841439"/>
        <a:ext cx="1119187" cy="746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C0943-D256-47EC-B593-9710BEDB2877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C4E59-62D7-47E6-9B14-A86BB02A7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154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0" i="0" dirty="0">
                <a:solidFill>
                  <a:srgbClr val="CCCCCC"/>
                </a:solidFill>
                <a:effectLst/>
                <a:latin typeface="Segoe WPC"/>
              </a:rPr>
              <a:t>大家好，今天我为大家带来的项目是一个可逆的视频打码工具。</a:t>
            </a:r>
            <a:endParaRPr lang="zh-CN" altLang="en-US" sz="18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6252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这个项目的灵感最开始来源于我手机里的一款</a:t>
            </a:r>
            <a:r>
              <a:rPr lang="en-US" altLang="zh-CN" b="0" dirty="0"/>
              <a:t>app</a:t>
            </a:r>
            <a:r>
              <a:rPr lang="zh-CN" altLang="en-US" b="0" dirty="0"/>
              <a:t>，它是一个在本地就能实现视频选区或者是目标检测打码的工具。我想手机的算力和大多数在座的各位的电脑比起来应该是小很多的，所以我就想在自己的电脑上做一个类似的工具。那题目中的这个“可逆”又是什么意思呢？相信大家在社交媒体上都看到过打码的视频，甚至有很多不是很懂这方面的人相信存在去掉马赛克的工具，但我们都知道去掉它是不现实的。那么可不可以做到，对于同一个打过码视频来说，只有持有密钥的的人才能看到无码视频，没有密钥的人只能看见打了码的视频呢？我们可以看一下这张架构图。我们可以把它理解成一种数据流转的示意图，这个场景可以是法院、陪审团、警察之间视频证据的转接，也可以是商业公司没有发布的广告</a:t>
            </a:r>
            <a:r>
              <a:rPr lang="en-US" altLang="zh-CN" b="0" dirty="0"/>
              <a:t>demo</a:t>
            </a:r>
            <a:r>
              <a:rPr lang="zh-CN" altLang="en-US" b="0" dirty="0"/>
              <a:t>在不同部门之间的转移。我希望只有黄色节点的人（可能是法官等等）才能看到无码的高清视频，而蓝色节点（可能是档案馆的工作人员）只能看见打过码的。他们都有观看视频的需求，只是每个人应该被允许看到的内容范围不尽相同，而视频的分发者呢还不想二次甚至多次分发。这个就是我做这个项目的时候的基本想法。简单来说，就是在本地完成可逆的视频隐私处理，一方面保护了视频的隐私，另一方面也让视频拥有了可恢复的能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118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【</a:t>
            </a:r>
            <a:r>
              <a:rPr lang="zh-CN" altLang="en-US" b="0" dirty="0"/>
              <a:t>展示项目主页</a:t>
            </a:r>
            <a:r>
              <a:rPr lang="en-US" altLang="zh-CN" b="0" dirty="0"/>
              <a:t>】</a:t>
            </a:r>
            <a:r>
              <a:rPr lang="zh-CN" altLang="en-US" b="0" dirty="0"/>
              <a:t>这里是我项目的前后端的架构。两者之间是通过</a:t>
            </a:r>
            <a:r>
              <a:rPr lang="en-US" altLang="zh-CN" b="0" dirty="0"/>
              <a:t>Electron</a:t>
            </a:r>
            <a:r>
              <a:rPr lang="zh-CN" altLang="en-US" b="0" dirty="0"/>
              <a:t>的</a:t>
            </a:r>
            <a:r>
              <a:rPr lang="en-US" altLang="zh-CN" b="0" dirty="0"/>
              <a:t>IPC</a:t>
            </a:r>
            <a:r>
              <a:rPr lang="zh-CN" altLang="en-US" b="0" dirty="0"/>
              <a:t>和</a:t>
            </a:r>
            <a:r>
              <a:rPr lang="en-US" altLang="zh-CN" b="0" dirty="0"/>
              <a:t>JSON-RPC</a:t>
            </a:r>
            <a:r>
              <a:rPr lang="zh-CN" altLang="en-US" b="0" dirty="0"/>
              <a:t>进行通信的。对于前端来说呢，我选择的是</a:t>
            </a:r>
            <a:r>
              <a:rPr lang="en-US" altLang="zh-CN" b="0" dirty="0"/>
              <a:t>Electron</a:t>
            </a:r>
            <a:r>
              <a:rPr lang="zh-CN" altLang="en-US" b="0" dirty="0"/>
              <a:t>和</a:t>
            </a:r>
            <a:r>
              <a:rPr lang="en-US" altLang="zh-CN" b="0" dirty="0"/>
              <a:t>Vue 3</a:t>
            </a:r>
            <a:r>
              <a:rPr lang="zh-CN" altLang="en-US" b="0" dirty="0"/>
              <a:t>，前者用来搭建应用，后者用来设计</a:t>
            </a:r>
            <a:r>
              <a:rPr lang="en-US" altLang="zh-CN" b="0" dirty="0"/>
              <a:t>UI</a:t>
            </a:r>
            <a:r>
              <a:rPr lang="zh-CN" altLang="en-US" b="0" dirty="0"/>
              <a:t>。大家刚才看到的拖拽区和状态栏都是</a:t>
            </a:r>
            <a:r>
              <a:rPr lang="en-US" altLang="zh-CN" b="0" dirty="0"/>
              <a:t>Vue</a:t>
            </a:r>
            <a:r>
              <a:rPr lang="zh-CN" altLang="en-US" b="0" dirty="0"/>
              <a:t>的组件。后端呢，我用了</a:t>
            </a:r>
            <a:r>
              <a:rPr lang="en-US" altLang="zh-CN" b="0" dirty="0"/>
              <a:t>Python</a:t>
            </a:r>
            <a:r>
              <a:rPr lang="zh-CN" altLang="en-US" b="0" dirty="0"/>
              <a:t>，核心中的核心就是</a:t>
            </a:r>
            <a:r>
              <a:rPr lang="en-US" altLang="zh-CN" b="0" dirty="0"/>
              <a:t>YOLOv8n</a:t>
            </a:r>
            <a:r>
              <a:rPr lang="zh-CN" altLang="en-US" b="0" dirty="0"/>
              <a:t>模型。在这里我选的是</a:t>
            </a:r>
            <a:r>
              <a:rPr lang="en-US" altLang="zh-CN" b="0" dirty="0"/>
              <a:t>nano</a:t>
            </a:r>
            <a:r>
              <a:rPr lang="zh-CN" altLang="en-US" b="0" dirty="0"/>
              <a:t>版本，没有使用全量级的，主要是考虑到一个速度和精度的平衡，因为我还是希望在电脑上能实现实时处理。而在最后的视频管线区域呢，它会逐帧读取视频，然后把每帧送到</a:t>
            </a:r>
            <a:r>
              <a:rPr lang="en-US" altLang="zh-CN" b="0" dirty="0"/>
              <a:t>YOLOv8</a:t>
            </a:r>
            <a:r>
              <a:rPr lang="zh-CN" altLang="en-US" b="0" dirty="0"/>
              <a:t>去进行目标检测，再对检测到的边界框围成的区域进行风格化的处理，比如说马赛克啦，高斯模糊啦，最后把所有帧合成新的视频。视频的处理产物呢，有一个打过码的视频，还有一个</a:t>
            </a:r>
            <a:r>
              <a:rPr lang="en-US" altLang="zh-CN" b="0" dirty="0"/>
              <a:t>.pack</a:t>
            </a:r>
            <a:r>
              <a:rPr lang="zh-CN" altLang="en-US" b="0" dirty="0"/>
              <a:t>文件，它里面包含的是恢复信息的元数据包，采用了</a:t>
            </a:r>
            <a:r>
              <a:rPr lang="en-US" altLang="zh-CN" b="0" dirty="0"/>
              <a:t>AES-256-GCM</a:t>
            </a:r>
            <a:r>
              <a:rPr lang="zh-CN" altLang="en-US" b="0" dirty="0"/>
              <a:t>进行加密。接下来</a:t>
            </a:r>
            <a:r>
              <a:rPr lang="zh-CN" altLang="en-US" b="0" i="0" dirty="0">
                <a:solidFill>
                  <a:srgbClr val="CCCCCC"/>
                </a:solidFill>
                <a:effectLst/>
                <a:latin typeface="Segoe WPC"/>
              </a:rPr>
              <a:t>我从用户视角，来看看它是怎么用的。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204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还是这张图，用户首先在</a:t>
            </a:r>
            <a:r>
              <a:rPr lang="en-US" altLang="zh-CN" b="0" dirty="0" err="1"/>
              <a:t>VideoDropZone</a:t>
            </a:r>
            <a:r>
              <a:rPr lang="zh-CN" altLang="en-US" b="0" dirty="0"/>
              <a:t>拖入或选择视频文件。如果我们不想用这个自带的类别检测也可以，可以在视频提交后通过</a:t>
            </a:r>
            <a:r>
              <a:rPr lang="en-US" altLang="zh-CN" b="0" dirty="0" err="1"/>
              <a:t>ManualRoiDialog</a:t>
            </a:r>
            <a:r>
              <a:rPr lang="zh-CN" altLang="en-US" b="0" dirty="0"/>
              <a:t>在第一帧手动框选。然后在处理过程中呢，</a:t>
            </a:r>
            <a:r>
              <a:rPr lang="en-US" altLang="zh-CN" b="0" dirty="0" err="1"/>
              <a:t>StatusBanner</a:t>
            </a:r>
            <a:r>
              <a:rPr lang="zh-CN" altLang="en-US" b="0" dirty="0"/>
              <a:t>会给出状态反馈。而它对应的后端呢，基本上都交给了</a:t>
            </a:r>
            <a:r>
              <a:rPr lang="en-US" altLang="zh-CN" b="0" dirty="0" err="1"/>
              <a:t>anonymize_service</a:t>
            </a:r>
            <a:r>
              <a:rPr lang="zh-CN" altLang="en-US" b="0" dirty="0"/>
              <a:t>这个</a:t>
            </a:r>
            <a:r>
              <a:rPr lang="en-US" altLang="zh-CN" b="0" dirty="0"/>
              <a:t>python</a:t>
            </a:r>
            <a:r>
              <a:rPr lang="zh-CN" altLang="en-US" b="0" dirty="0"/>
              <a:t>文件。好在</a:t>
            </a:r>
            <a:r>
              <a:rPr lang="en-US" altLang="zh-CN" b="0" dirty="0"/>
              <a:t>YOLOv8</a:t>
            </a:r>
            <a:r>
              <a:rPr lang="zh-CN" altLang="en-US" b="0" dirty="0"/>
              <a:t>本身就自带了目标检测和追踪的功能，我就不需要做很多很难的工作了。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430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优化上一方面是对于速度的优化，另一方面是对安全性的优化。关于视频处理方面呢，它的核心是一套生产者</a:t>
            </a:r>
            <a:r>
              <a:rPr lang="en-US" altLang="zh-CN" b="0" dirty="0"/>
              <a:t>-</a:t>
            </a:r>
            <a:r>
              <a:rPr lang="zh-CN" altLang="en-US" b="0" dirty="0"/>
              <a:t>消费者的模式，多个</a:t>
            </a:r>
            <a:r>
              <a:rPr lang="en-US" altLang="zh-CN" b="0" dirty="0"/>
              <a:t>Worker</a:t>
            </a:r>
            <a:r>
              <a:rPr lang="zh-CN" altLang="en-US" b="0" dirty="0"/>
              <a:t>并行执行三件事：目标检测、</a:t>
            </a:r>
            <a:r>
              <a:rPr lang="en-US" altLang="zh-CN" b="0" dirty="0"/>
              <a:t>ROI </a:t>
            </a:r>
            <a:r>
              <a:rPr lang="zh-CN" altLang="en-US" b="0" dirty="0"/>
              <a:t>加密、匿名化渲染。这样并行的话一是可以减少相互阻塞，二是可以利用好</a:t>
            </a:r>
            <a:r>
              <a:rPr lang="en-US" altLang="zh-CN" b="0" dirty="0"/>
              <a:t>CPU</a:t>
            </a:r>
            <a:r>
              <a:rPr lang="zh-CN" altLang="en-US" b="0" dirty="0"/>
              <a:t>的多核性能，三是也方便我控制队列长度，防止内存爆炸。在推理方面呢是优先选择</a:t>
            </a:r>
            <a:r>
              <a:rPr lang="en-US" altLang="zh-CN" b="0" dirty="0"/>
              <a:t>CUDA</a:t>
            </a:r>
            <a:r>
              <a:rPr lang="zh-CN" altLang="en-US" b="0" dirty="0"/>
              <a:t>，没有的情况下才会选择</a:t>
            </a:r>
            <a:r>
              <a:rPr lang="en-US" altLang="zh-CN" b="0" dirty="0"/>
              <a:t>CPU</a:t>
            </a:r>
            <a:r>
              <a:rPr lang="zh-CN" altLang="en-US" b="0" dirty="0"/>
              <a:t>，毕竟</a:t>
            </a:r>
            <a:r>
              <a:rPr lang="en-US" altLang="zh-CN" b="0" dirty="0"/>
              <a:t>CUDA</a:t>
            </a:r>
            <a:r>
              <a:rPr lang="zh-CN" altLang="en-US" b="0" dirty="0"/>
              <a:t>做推理比</a:t>
            </a:r>
            <a:r>
              <a:rPr lang="en-US" altLang="zh-CN" b="0" dirty="0"/>
              <a:t>CPU</a:t>
            </a:r>
            <a:r>
              <a:rPr lang="zh-CN" altLang="en-US" b="0" dirty="0"/>
              <a:t>要快得多嘛。</a:t>
            </a:r>
            <a:endParaRPr lang="en-US" altLang="zh-CN" b="0" dirty="0"/>
          </a:p>
          <a:p>
            <a:r>
              <a:rPr lang="zh-CN" altLang="en-US" b="0" dirty="0"/>
              <a:t>在安全性上呢，应用是对目标内容做了</a:t>
            </a:r>
            <a:r>
              <a:rPr lang="en-US" altLang="zh-CN" b="0" dirty="0"/>
              <a:t>AES-256-GCM</a:t>
            </a:r>
            <a:r>
              <a:rPr lang="zh-CN" altLang="en-US" b="0" dirty="0"/>
              <a:t>加密，输出视频就不再包含原始信息了。对于</a:t>
            </a:r>
            <a:r>
              <a:rPr lang="en-US" altLang="zh-CN" b="0" dirty="0"/>
              <a:t>.pack</a:t>
            </a:r>
            <a:r>
              <a:rPr lang="zh-CN" altLang="en-US" b="0" dirty="0"/>
              <a:t>那个文件包呢，是做了它的完整性校验，防止它被篡改。总而言之，只要用户只要拥有密钥和</a:t>
            </a:r>
            <a:r>
              <a:rPr lang="en-US" altLang="zh-CN" b="0" dirty="0"/>
              <a:t>.pack</a:t>
            </a:r>
            <a:r>
              <a:rPr lang="zh-CN" altLang="en-US" b="0" dirty="0"/>
              <a:t>，就能恢复视频内容；但凡有一点不满足，就只能看到被遮挡过的视频。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424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D2F3F-778D-AE82-0D0A-08861B53A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D9A00E-8E15-8AF3-9CFC-B10D7DABC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5CF270-027F-C4C8-2226-08DD15E5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32EE8F-47C5-D66D-EB84-BCD5242B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D5CA39-9072-3D23-C2D3-2F5DF91A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58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3C8B3-B036-FC43-B0E9-3490EEEB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09C5F-D32E-3643-2216-DCA667489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2AC207-839D-9042-2A23-55A90459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26FD7D-76E4-4A49-F99D-51C09C1AF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C23B2D-C0B1-3041-4BB0-3E34CD1B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00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00892-E690-2EEC-D34A-7C84E2562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DA12C1-2351-4392-FD65-C8237E456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0DF00-0E0A-FCC8-1100-A2E877DB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8D2DC8-4716-43A8-B704-C0D175BF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2F1A1-778E-6881-0239-1AE69A42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723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C577F0-275A-7E88-3843-20B50D61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351460-BC92-5A6E-6F31-5141E91DD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707EF5-1C4A-C52E-C622-18A736DF0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B65C91-7B4C-495E-82C7-702FC108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4834DF-52F2-D049-9224-9DFA00241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1DA547-08D3-E248-D841-A8C9C429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76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B9D37-190D-BDB5-C8CB-B20AAEF6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20F86C-02C8-5F93-52E2-ADF7F1C1E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F4C999-1DA0-71ED-6130-6AB851481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C31247-182E-2539-D876-7B230676D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7F32FE-869C-0096-6F89-BB3715E05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6DEF96-B1D9-8E36-6A8C-68864F339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E80CF3-91C0-051E-5F0D-4F2EE291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AF9135-2855-62B0-912B-100FA3F8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502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B389F-D7B5-026A-3733-A7DF17FD9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EF1948-83DE-2717-9EBA-263CAF3A2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53AEF0-09EB-D8B8-E3A8-05314E25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C7371D-D095-EAA6-E24D-8D4F9212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26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5A3C99-F6C0-5F0F-E29A-ACA91936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8FC044-E3CA-F61A-124B-755BDD49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B48F28-3F20-3DDC-4CAA-D6A3AD8E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9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28882-033E-3DCE-3C17-183E9C95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070D66-A3AD-7A94-2E1E-B543AD0A0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B4F991-6495-255D-D1BA-8AEA8EBF2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B9AB6E-0F89-0D66-208B-983BCEDF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2302E3-DB83-5650-2597-F1FBB50C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5D4F2B-8A3D-B612-AFBD-D6256BFB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589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E6E81-3262-8589-5AB1-053183E23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A6DF5B-66AA-B5D6-A4EF-32C304DA1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2096C0-374F-7973-50E9-86A4306E2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4177FC-41CF-E878-B535-608CF3A02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4B0019-9A94-9E7D-A6A7-B4D19C834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8A689F-0AF8-AF34-C6BF-F53051B0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05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27DAD-2D4C-10CC-F464-E6084AA1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48FFDC-0AC7-88D6-60AF-DA78971A2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02D7AB-0635-BD0C-7911-C9795D67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2016DC-76B6-3C08-AA68-A84036B02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2645EC-B3C4-CCEB-9CDB-800175B7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58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B167CF-DE5F-2825-FC79-D89A81146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DB0C73-F30F-9FAF-B5AA-69CC6F30B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E6261A-2633-4F02-58AC-85D9E738E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373321-F136-E9EB-F276-1356F0B5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3FD039-5401-D68F-C8A3-A135D00F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50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2832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2682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6016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000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4106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07572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92295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0155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8102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93165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074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D0B29F-DE9F-1D17-D029-AFF938EFC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3A78C4-BA5B-563C-870C-C63F14C81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71F76-F29A-BF53-5E80-CFA6A3D8A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81C96-24F4-4F3A-899C-FBD2C4469914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47A365-C0B8-0273-5AB7-712B47338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26A9FA-A5C5-789B-953E-A9554AD0F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228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51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08B94-B0B3-D748-9AF7-763EF72ADB9D}" type="datetimeFigureOut">
              <a:rPr kumimoji="1" lang="zh-CN" altLang="en-US" smtClean="0"/>
              <a:t>2025/10/24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200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sv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61C6F0D-C172-F244-5710-88121BDC154D}"/>
              </a:ext>
            </a:extLst>
          </p:cNvPr>
          <p:cNvGrpSpPr/>
          <p:nvPr/>
        </p:nvGrpSpPr>
        <p:grpSpPr>
          <a:xfrm>
            <a:off x="3926813" y="5168318"/>
            <a:ext cx="4338373" cy="338554"/>
            <a:chOff x="3923200" y="4613759"/>
            <a:chExt cx="4338373" cy="338554"/>
          </a:xfrm>
        </p:grpSpPr>
        <p:sp>
          <p:nvSpPr>
            <p:cNvPr id="10" name="文本框 9"/>
            <p:cNvSpPr txBox="1"/>
            <p:nvPr/>
          </p:nvSpPr>
          <p:spPr>
            <a:xfrm>
              <a:off x="4889163" y="4613759"/>
              <a:ext cx="23326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0" i="0" u="none" strike="noStrike" kern="1200" cap="none" spc="30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Alibaba PuHuiTi M" pitchFamily="18" charset="-122"/>
                </a:rPr>
                <a:t>德以明理  学以精工</a:t>
              </a:r>
            </a:p>
          </p:txBody>
        </p:sp>
        <p:cxnSp>
          <p:nvCxnSpPr>
            <p:cNvPr id="11" name="直线连接符 10"/>
            <p:cNvCxnSpPr/>
            <p:nvPr/>
          </p:nvCxnSpPr>
          <p:spPr>
            <a:xfrm>
              <a:off x="7263530" y="4783036"/>
              <a:ext cx="998043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/>
            <p:cNvCxnSpPr/>
            <p:nvPr/>
          </p:nvCxnSpPr>
          <p:spPr>
            <a:xfrm>
              <a:off x="3923200" y="4783036"/>
              <a:ext cx="917055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8EF68E86-AAF5-F419-CBDD-0AAFA27F0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1851A3"/>
                </a:solidFill>
                <a:latin typeface="SF Pro Display" panose="00000500000000000000" pitchFamily="50" charset="0"/>
                <a:ea typeface=".苹方-简" panose="020B0400000000000000" pitchFamily="34" charset="-122"/>
                <a:cs typeface="SF Pro Display" pitchFamily="50" charset="0"/>
              </a:rPr>
              <a:t>MeSec</a:t>
            </a:r>
            <a:r>
              <a:rPr lang="en-US" altLang="zh-CN" sz="3200" b="1" dirty="0">
                <a:solidFill>
                  <a:srgbClr val="1851A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rPr>
              <a:t>-</a:t>
            </a:r>
            <a:r>
              <a:rPr lang="zh-CN" altLang="en-US" sz="3200" b="1" dirty="0">
                <a:solidFill>
                  <a:srgbClr val="1851A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rPr>
              <a:t>一个“可逆”的视频打码工具</a:t>
            </a: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DE8FD430-0F88-AC10-FB59-17F455491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6149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 b="1" dirty="0">
                <a:solidFill>
                  <a:srgbClr val="1851A3"/>
                </a:solidFill>
                <a:effectLst/>
                <a:latin typeface="苹方-简" panose="020B0400000000000000" pitchFamily="34" charset="-122"/>
                <a:ea typeface="苹方-简" panose="020B0400000000000000" pitchFamily="34" charset="-122"/>
              </a:rPr>
              <a:t>慕昕哲</a:t>
            </a:r>
            <a:endParaRPr lang="en-US" altLang="zh-CN" sz="2000" b="1" dirty="0">
              <a:solidFill>
                <a:srgbClr val="1851A3"/>
              </a:solidFill>
              <a:effectLst/>
              <a:latin typeface="苹方-简" panose="020B0400000000000000" pitchFamily="34" charset="-122"/>
              <a:ea typeface="苹方-简" panose="020B0400000000000000" pitchFamily="34" charset="-122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322AB3C1-E39A-8EC5-92D6-EDC746E0E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036" y="1030288"/>
            <a:ext cx="2939927" cy="65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95246" y="597584"/>
            <a:ext cx="10202778" cy="544438"/>
            <a:chOff x="994611" y="852219"/>
            <a:chExt cx="10202778" cy="544438"/>
          </a:xfrm>
        </p:grpSpPr>
        <p:sp>
          <p:nvSpPr>
            <p:cNvPr id="10" name="圆角矩形 9"/>
            <p:cNvSpPr/>
            <p:nvPr/>
          </p:nvSpPr>
          <p:spPr>
            <a:xfrm>
              <a:off x="1772933" y="852219"/>
              <a:ext cx="9424221" cy="54419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方正粗黑宋简体" panose="02000000000000000000" charset="-122"/>
                  <a:ea typeface="方正粗黑宋简体" panose="02000000000000000000" charset="-122"/>
                  <a:cs typeface="+mn-cs"/>
                </a:rPr>
                <a:t>    </a:t>
              </a:r>
              <a:r>
                <a:rPr kumimoji="1" lang="zh-CN" altLang="en-US" sz="2000" b="1" dirty="0">
                  <a:solidFill>
                    <a:srgbClr val="1851A3"/>
                  </a:solidFill>
                  <a:latin typeface=".苹方-简" panose="020B0400000000000000" pitchFamily="34" charset="-122"/>
                  <a:ea typeface=".苹方-简" panose="020B0400000000000000" pitchFamily="34" charset="-122"/>
                  <a:cs typeface="SF Pro Display" pitchFamily="50" charset="0"/>
                </a:rPr>
                <a:t>背景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994611" y="852219"/>
              <a:ext cx="969657" cy="544438"/>
            </a:xfrm>
            <a:custGeom>
              <a:avLst/>
              <a:gdLst>
                <a:gd name="connsiteX0" fmla="*/ 142697 w 969657"/>
                <a:gd name="connsiteY0" fmla="*/ 0 h 544438"/>
                <a:gd name="connsiteX1" fmla="*/ 969657 w 969657"/>
                <a:gd name="connsiteY1" fmla="*/ 0 h 544438"/>
                <a:gd name="connsiteX2" fmla="*/ 969657 w 969657"/>
                <a:gd name="connsiteY2" fmla="*/ 544438 h 544438"/>
                <a:gd name="connsiteX3" fmla="*/ 142697 w 969657"/>
                <a:gd name="connsiteY3" fmla="*/ 544438 h 544438"/>
                <a:gd name="connsiteX4" fmla="*/ 0 w 969657"/>
                <a:gd name="connsiteY4" fmla="*/ 401741 h 544438"/>
                <a:gd name="connsiteX5" fmla="*/ 0 w 969657"/>
                <a:gd name="connsiteY5" fmla="*/ 142697 h 544438"/>
                <a:gd name="connsiteX6" fmla="*/ 142697 w 969657"/>
                <a:gd name="connsiteY6" fmla="*/ 0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9657" h="544438">
                  <a:moveTo>
                    <a:pt x="142697" y="0"/>
                  </a:moveTo>
                  <a:lnTo>
                    <a:pt x="969657" y="0"/>
                  </a:lnTo>
                  <a:lnTo>
                    <a:pt x="969657" y="544438"/>
                  </a:lnTo>
                  <a:lnTo>
                    <a:pt x="142697" y="544438"/>
                  </a:lnTo>
                  <a:cubicBezTo>
                    <a:pt x="63888" y="544438"/>
                    <a:pt x="0" y="480550"/>
                    <a:pt x="0" y="401741"/>
                  </a:cubicBezTo>
                  <a:lnTo>
                    <a:pt x="0" y="142697"/>
                  </a:lnTo>
                  <a:cubicBezTo>
                    <a:pt x="0" y="63888"/>
                    <a:pt x="63888" y="0"/>
                    <a:pt x="14269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SF Pro Display" pitchFamily="50" charset="0"/>
                  <a:ea typeface="SF Pro Display" pitchFamily="50" charset="0"/>
                  <a:cs typeface="SF Pro Display" pitchFamily="50" charset="0"/>
                </a:rPr>
                <a:t>I</a:t>
              </a: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10227733" y="852219"/>
              <a:ext cx="969656" cy="544438"/>
            </a:xfrm>
            <a:custGeom>
              <a:avLst/>
              <a:gdLst>
                <a:gd name="connsiteX0" fmla="*/ 0 w 969656"/>
                <a:gd name="connsiteY0" fmla="*/ 0 h 544438"/>
                <a:gd name="connsiteX1" fmla="*/ 826959 w 969656"/>
                <a:gd name="connsiteY1" fmla="*/ 0 h 544438"/>
                <a:gd name="connsiteX2" fmla="*/ 969656 w 969656"/>
                <a:gd name="connsiteY2" fmla="*/ 142697 h 544438"/>
                <a:gd name="connsiteX3" fmla="*/ 969656 w 969656"/>
                <a:gd name="connsiteY3" fmla="*/ 401741 h 544438"/>
                <a:gd name="connsiteX4" fmla="*/ 826959 w 969656"/>
                <a:gd name="connsiteY4" fmla="*/ 544438 h 544438"/>
                <a:gd name="connsiteX5" fmla="*/ 0 w 969656"/>
                <a:gd name="connsiteY5" fmla="*/ 544438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9656" h="544438">
                  <a:moveTo>
                    <a:pt x="0" y="0"/>
                  </a:moveTo>
                  <a:lnTo>
                    <a:pt x="826959" y="0"/>
                  </a:lnTo>
                  <a:cubicBezTo>
                    <a:pt x="905768" y="0"/>
                    <a:pt x="969656" y="63888"/>
                    <a:pt x="969656" y="142697"/>
                  </a:cubicBezTo>
                  <a:lnTo>
                    <a:pt x="969656" y="401741"/>
                  </a:lnTo>
                  <a:cubicBezTo>
                    <a:pt x="969656" y="480550"/>
                    <a:pt x="905768" y="544438"/>
                    <a:pt x="826959" y="544438"/>
                  </a:cubicBezTo>
                  <a:lnTo>
                    <a:pt x="0" y="544438"/>
                  </a:lnTo>
                  <a:close/>
                </a:path>
              </a:pathLst>
            </a:custGeom>
            <a:solidFill>
              <a:srgbClr val="1851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3" name="图形 2">
            <a:extLst>
              <a:ext uri="{FF2B5EF4-FFF2-40B4-BE49-F238E27FC236}">
                <a16:creationId xmlns:a16="http://schemas.microsoft.com/office/drawing/2014/main" id="{3DF2C75F-3A9D-6B1F-07DD-889DC5362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1576" y="667028"/>
            <a:ext cx="423240" cy="405306"/>
          </a:xfrm>
          <a:prstGeom prst="rect">
            <a:avLst/>
          </a:prstGeom>
        </p:spPr>
      </p:pic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88DB6C33-5224-8FAA-32B3-AD2ED6A4B4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1198271"/>
              </p:ext>
            </p:extLst>
          </p:nvPr>
        </p:nvGraphicFramePr>
        <p:xfrm>
          <a:off x="3501178" y="1194720"/>
          <a:ext cx="5969000" cy="4468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588543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95246" y="597584"/>
            <a:ext cx="10202778" cy="544438"/>
            <a:chOff x="994611" y="852219"/>
            <a:chExt cx="10202778" cy="544438"/>
          </a:xfrm>
        </p:grpSpPr>
        <p:sp>
          <p:nvSpPr>
            <p:cNvPr id="10" name="圆角矩形 9"/>
            <p:cNvSpPr/>
            <p:nvPr/>
          </p:nvSpPr>
          <p:spPr>
            <a:xfrm>
              <a:off x="1772933" y="852219"/>
              <a:ext cx="9424221" cy="54419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方正粗黑宋简体" panose="02000000000000000000" charset="-122"/>
                  <a:ea typeface="方正粗黑宋简体" panose="02000000000000000000" charset="-122"/>
                  <a:cs typeface="+mn-cs"/>
                </a:rPr>
                <a:t>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.苹方-简" panose="020B0400000000000000" pitchFamily="34" charset="-122"/>
                  <a:ea typeface=".苹方-简" panose="020B0400000000000000" pitchFamily="34" charset="-122"/>
                  <a:cs typeface="SF Pro Display" pitchFamily="50" charset="0"/>
                </a:rPr>
                <a:t>架构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994611" y="852219"/>
              <a:ext cx="969657" cy="544438"/>
            </a:xfrm>
            <a:custGeom>
              <a:avLst/>
              <a:gdLst>
                <a:gd name="connsiteX0" fmla="*/ 142697 w 969657"/>
                <a:gd name="connsiteY0" fmla="*/ 0 h 544438"/>
                <a:gd name="connsiteX1" fmla="*/ 969657 w 969657"/>
                <a:gd name="connsiteY1" fmla="*/ 0 h 544438"/>
                <a:gd name="connsiteX2" fmla="*/ 969657 w 969657"/>
                <a:gd name="connsiteY2" fmla="*/ 544438 h 544438"/>
                <a:gd name="connsiteX3" fmla="*/ 142697 w 969657"/>
                <a:gd name="connsiteY3" fmla="*/ 544438 h 544438"/>
                <a:gd name="connsiteX4" fmla="*/ 0 w 969657"/>
                <a:gd name="connsiteY4" fmla="*/ 401741 h 544438"/>
                <a:gd name="connsiteX5" fmla="*/ 0 w 969657"/>
                <a:gd name="connsiteY5" fmla="*/ 142697 h 544438"/>
                <a:gd name="connsiteX6" fmla="*/ 142697 w 969657"/>
                <a:gd name="connsiteY6" fmla="*/ 0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9657" h="544438">
                  <a:moveTo>
                    <a:pt x="142697" y="0"/>
                  </a:moveTo>
                  <a:lnTo>
                    <a:pt x="969657" y="0"/>
                  </a:lnTo>
                  <a:lnTo>
                    <a:pt x="969657" y="544438"/>
                  </a:lnTo>
                  <a:lnTo>
                    <a:pt x="142697" y="544438"/>
                  </a:lnTo>
                  <a:cubicBezTo>
                    <a:pt x="63888" y="544438"/>
                    <a:pt x="0" y="480550"/>
                    <a:pt x="0" y="401741"/>
                  </a:cubicBezTo>
                  <a:lnTo>
                    <a:pt x="0" y="142697"/>
                  </a:lnTo>
                  <a:cubicBezTo>
                    <a:pt x="0" y="63888"/>
                    <a:pt x="63888" y="0"/>
                    <a:pt x="14269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SF Pro Display" pitchFamily="50" charset="0"/>
                  <a:ea typeface="SF Pro Display" pitchFamily="50" charset="0"/>
                  <a:cs typeface="SF Pro Display" pitchFamily="50" charset="0"/>
                </a:rPr>
                <a:t>II</a:t>
              </a: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10227733" y="852219"/>
              <a:ext cx="969656" cy="544438"/>
            </a:xfrm>
            <a:custGeom>
              <a:avLst/>
              <a:gdLst>
                <a:gd name="connsiteX0" fmla="*/ 0 w 969656"/>
                <a:gd name="connsiteY0" fmla="*/ 0 h 544438"/>
                <a:gd name="connsiteX1" fmla="*/ 826959 w 969656"/>
                <a:gd name="connsiteY1" fmla="*/ 0 h 544438"/>
                <a:gd name="connsiteX2" fmla="*/ 969656 w 969656"/>
                <a:gd name="connsiteY2" fmla="*/ 142697 h 544438"/>
                <a:gd name="connsiteX3" fmla="*/ 969656 w 969656"/>
                <a:gd name="connsiteY3" fmla="*/ 401741 h 544438"/>
                <a:gd name="connsiteX4" fmla="*/ 826959 w 969656"/>
                <a:gd name="connsiteY4" fmla="*/ 544438 h 544438"/>
                <a:gd name="connsiteX5" fmla="*/ 0 w 969656"/>
                <a:gd name="connsiteY5" fmla="*/ 544438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9656" h="544438">
                  <a:moveTo>
                    <a:pt x="0" y="0"/>
                  </a:moveTo>
                  <a:lnTo>
                    <a:pt x="826959" y="0"/>
                  </a:lnTo>
                  <a:cubicBezTo>
                    <a:pt x="905768" y="0"/>
                    <a:pt x="969656" y="63888"/>
                    <a:pt x="969656" y="142697"/>
                  </a:cubicBezTo>
                  <a:lnTo>
                    <a:pt x="969656" y="401741"/>
                  </a:lnTo>
                  <a:cubicBezTo>
                    <a:pt x="969656" y="480550"/>
                    <a:pt x="905768" y="544438"/>
                    <a:pt x="826959" y="544438"/>
                  </a:cubicBezTo>
                  <a:lnTo>
                    <a:pt x="0" y="544438"/>
                  </a:lnTo>
                  <a:close/>
                </a:path>
              </a:pathLst>
            </a:custGeom>
            <a:solidFill>
              <a:srgbClr val="1851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3" name="图形 2">
            <a:extLst>
              <a:ext uri="{FF2B5EF4-FFF2-40B4-BE49-F238E27FC236}">
                <a16:creationId xmlns:a16="http://schemas.microsoft.com/office/drawing/2014/main" id="{3DF2C75F-3A9D-6B1F-07DD-889DC5362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1576" y="667028"/>
            <a:ext cx="423240" cy="4053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F76FF0-8CE6-AB32-84C5-6487A11CF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143" y="1473892"/>
            <a:ext cx="10583713" cy="4521198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61F0153-31B1-E07F-97A3-9EC8184C1F44}"/>
              </a:ext>
            </a:extLst>
          </p:cNvPr>
          <p:cNvCxnSpPr/>
          <p:nvPr/>
        </p:nvCxnSpPr>
        <p:spPr>
          <a:xfrm>
            <a:off x="7275443" y="1351722"/>
            <a:ext cx="0" cy="4909930"/>
          </a:xfrm>
          <a:prstGeom prst="line">
            <a:avLst/>
          </a:prstGeom>
          <a:ln w="38100">
            <a:solidFill>
              <a:srgbClr val="1851A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屏幕上有个手机&#10;&#10;AI 生成的内容可能不正确。">
            <a:extLst>
              <a:ext uri="{FF2B5EF4-FFF2-40B4-BE49-F238E27FC236}">
                <a16:creationId xmlns:a16="http://schemas.microsoft.com/office/drawing/2014/main" id="{958B1858-E7AF-8D84-DA2C-EB588831C4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552" y="1231750"/>
            <a:ext cx="6860894" cy="514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9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95246" y="597584"/>
            <a:ext cx="10202778" cy="544438"/>
            <a:chOff x="994611" y="852219"/>
            <a:chExt cx="10202778" cy="544438"/>
          </a:xfrm>
        </p:grpSpPr>
        <p:sp>
          <p:nvSpPr>
            <p:cNvPr id="10" name="圆角矩形 9"/>
            <p:cNvSpPr/>
            <p:nvPr/>
          </p:nvSpPr>
          <p:spPr>
            <a:xfrm>
              <a:off x="1772933" y="852219"/>
              <a:ext cx="9424221" cy="54419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方正粗黑宋简体" panose="02000000000000000000" charset="-122"/>
                  <a:ea typeface="方正粗黑宋简体" panose="02000000000000000000" charset="-122"/>
                  <a:cs typeface="+mn-cs"/>
                </a:rPr>
                <a:t>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.苹方-简" panose="020B0400000000000000" pitchFamily="34" charset="-122"/>
                  <a:ea typeface=".苹方-简" panose="020B0400000000000000" pitchFamily="34" charset="-122"/>
                  <a:cs typeface="SF Pro Display" pitchFamily="50" charset="0"/>
                </a:rPr>
                <a:t>前端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994611" y="852219"/>
              <a:ext cx="969657" cy="544438"/>
            </a:xfrm>
            <a:custGeom>
              <a:avLst/>
              <a:gdLst>
                <a:gd name="connsiteX0" fmla="*/ 142697 w 969657"/>
                <a:gd name="connsiteY0" fmla="*/ 0 h 544438"/>
                <a:gd name="connsiteX1" fmla="*/ 969657 w 969657"/>
                <a:gd name="connsiteY1" fmla="*/ 0 h 544438"/>
                <a:gd name="connsiteX2" fmla="*/ 969657 w 969657"/>
                <a:gd name="connsiteY2" fmla="*/ 544438 h 544438"/>
                <a:gd name="connsiteX3" fmla="*/ 142697 w 969657"/>
                <a:gd name="connsiteY3" fmla="*/ 544438 h 544438"/>
                <a:gd name="connsiteX4" fmla="*/ 0 w 969657"/>
                <a:gd name="connsiteY4" fmla="*/ 401741 h 544438"/>
                <a:gd name="connsiteX5" fmla="*/ 0 w 969657"/>
                <a:gd name="connsiteY5" fmla="*/ 142697 h 544438"/>
                <a:gd name="connsiteX6" fmla="*/ 142697 w 969657"/>
                <a:gd name="connsiteY6" fmla="*/ 0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9657" h="544438">
                  <a:moveTo>
                    <a:pt x="142697" y="0"/>
                  </a:moveTo>
                  <a:lnTo>
                    <a:pt x="969657" y="0"/>
                  </a:lnTo>
                  <a:lnTo>
                    <a:pt x="969657" y="544438"/>
                  </a:lnTo>
                  <a:lnTo>
                    <a:pt x="142697" y="544438"/>
                  </a:lnTo>
                  <a:cubicBezTo>
                    <a:pt x="63888" y="544438"/>
                    <a:pt x="0" y="480550"/>
                    <a:pt x="0" y="401741"/>
                  </a:cubicBezTo>
                  <a:lnTo>
                    <a:pt x="0" y="142697"/>
                  </a:lnTo>
                  <a:cubicBezTo>
                    <a:pt x="0" y="63888"/>
                    <a:pt x="63888" y="0"/>
                    <a:pt x="14269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SF Pro Display" pitchFamily="50" charset="0"/>
                  <a:ea typeface="SF Pro Display" pitchFamily="50" charset="0"/>
                  <a:cs typeface="SF Pro Display" pitchFamily="50" charset="0"/>
                </a:rPr>
                <a:t>III</a:t>
              </a: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10227733" y="852219"/>
              <a:ext cx="969656" cy="544438"/>
            </a:xfrm>
            <a:custGeom>
              <a:avLst/>
              <a:gdLst>
                <a:gd name="connsiteX0" fmla="*/ 0 w 969656"/>
                <a:gd name="connsiteY0" fmla="*/ 0 h 544438"/>
                <a:gd name="connsiteX1" fmla="*/ 826959 w 969656"/>
                <a:gd name="connsiteY1" fmla="*/ 0 h 544438"/>
                <a:gd name="connsiteX2" fmla="*/ 969656 w 969656"/>
                <a:gd name="connsiteY2" fmla="*/ 142697 h 544438"/>
                <a:gd name="connsiteX3" fmla="*/ 969656 w 969656"/>
                <a:gd name="connsiteY3" fmla="*/ 401741 h 544438"/>
                <a:gd name="connsiteX4" fmla="*/ 826959 w 969656"/>
                <a:gd name="connsiteY4" fmla="*/ 544438 h 544438"/>
                <a:gd name="connsiteX5" fmla="*/ 0 w 969656"/>
                <a:gd name="connsiteY5" fmla="*/ 544438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9656" h="544438">
                  <a:moveTo>
                    <a:pt x="0" y="0"/>
                  </a:moveTo>
                  <a:lnTo>
                    <a:pt x="826959" y="0"/>
                  </a:lnTo>
                  <a:cubicBezTo>
                    <a:pt x="905768" y="0"/>
                    <a:pt x="969656" y="63888"/>
                    <a:pt x="969656" y="142697"/>
                  </a:cubicBezTo>
                  <a:lnTo>
                    <a:pt x="969656" y="401741"/>
                  </a:lnTo>
                  <a:cubicBezTo>
                    <a:pt x="969656" y="480550"/>
                    <a:pt x="905768" y="544438"/>
                    <a:pt x="826959" y="544438"/>
                  </a:cubicBezTo>
                  <a:lnTo>
                    <a:pt x="0" y="544438"/>
                  </a:lnTo>
                  <a:close/>
                </a:path>
              </a:pathLst>
            </a:custGeom>
            <a:solidFill>
              <a:srgbClr val="1851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3" name="图形 2">
            <a:extLst>
              <a:ext uri="{FF2B5EF4-FFF2-40B4-BE49-F238E27FC236}">
                <a16:creationId xmlns:a16="http://schemas.microsoft.com/office/drawing/2014/main" id="{3DF2C75F-3A9D-6B1F-07DD-889DC5362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1576" y="667028"/>
            <a:ext cx="423240" cy="405306"/>
          </a:xfrm>
          <a:prstGeom prst="rect">
            <a:avLst/>
          </a:prstGeom>
        </p:spPr>
      </p:pic>
      <p:pic>
        <p:nvPicPr>
          <p:cNvPr id="2" name="图片 1" descr="屏幕上有个手机&#10;&#10;AI 生成的内容可能不正确。">
            <a:extLst>
              <a:ext uri="{FF2B5EF4-FFF2-40B4-BE49-F238E27FC236}">
                <a16:creationId xmlns:a16="http://schemas.microsoft.com/office/drawing/2014/main" id="{5CF4C1FC-C142-7DBA-AB30-49F840BD44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552" y="1231750"/>
            <a:ext cx="6860894" cy="514987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8496DF1-9B4F-0683-C258-933F4C1341B2}"/>
              </a:ext>
            </a:extLst>
          </p:cNvPr>
          <p:cNvSpPr txBox="1"/>
          <p:nvPr/>
        </p:nvSpPr>
        <p:spPr>
          <a:xfrm>
            <a:off x="210586" y="5211933"/>
            <a:ext cx="245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SF Pro Display" panose="00000500000000000000" pitchFamily="50" charset="0"/>
              </a:rPr>
              <a:t>VideoDropZone.vue</a:t>
            </a:r>
            <a:endParaRPr lang="zh-CN" altLang="en-US" dirty="0">
              <a:latin typeface="SF Pro Display" panose="00000500000000000000" pitchFamily="50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D5B3DB-45F6-0080-6271-F5834D7A366E}"/>
              </a:ext>
            </a:extLst>
          </p:cNvPr>
          <p:cNvSpPr txBox="1"/>
          <p:nvPr/>
        </p:nvSpPr>
        <p:spPr>
          <a:xfrm>
            <a:off x="9436749" y="5352132"/>
            <a:ext cx="245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SF Pro Display" panose="00000500000000000000" pitchFamily="50" charset="0"/>
              </a:rPr>
              <a:t>StatusBanner.vue</a:t>
            </a:r>
            <a:endParaRPr lang="zh-CN" altLang="en-US" dirty="0">
              <a:latin typeface="SF Pro Display" panose="00000500000000000000" pitchFamily="50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71569E-402A-057E-C84D-87E381A0C03D}"/>
              </a:ext>
            </a:extLst>
          </p:cNvPr>
          <p:cNvSpPr txBox="1"/>
          <p:nvPr/>
        </p:nvSpPr>
        <p:spPr>
          <a:xfrm>
            <a:off x="210585" y="5581265"/>
            <a:ext cx="245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SF Pro Display" panose="00000500000000000000" pitchFamily="50" charset="0"/>
              </a:rPr>
              <a:t>ManualROIDialog.vue</a:t>
            </a:r>
            <a:endParaRPr lang="zh-CN" altLang="en-US" dirty="0">
              <a:latin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43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95246" y="597584"/>
            <a:ext cx="10202778" cy="544438"/>
            <a:chOff x="994611" y="852219"/>
            <a:chExt cx="10202778" cy="544438"/>
          </a:xfrm>
        </p:grpSpPr>
        <p:sp>
          <p:nvSpPr>
            <p:cNvPr id="10" name="圆角矩形 9"/>
            <p:cNvSpPr/>
            <p:nvPr/>
          </p:nvSpPr>
          <p:spPr>
            <a:xfrm>
              <a:off x="1772933" y="852219"/>
              <a:ext cx="9424221" cy="54419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方正粗黑宋简体" panose="02000000000000000000" charset="-122"/>
                  <a:ea typeface="方正粗黑宋简体" panose="02000000000000000000" charset="-122"/>
                  <a:cs typeface="+mn-cs"/>
                </a:rPr>
                <a:t>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.苹方-简" panose="020B0400000000000000" pitchFamily="34" charset="-122"/>
                  <a:ea typeface=".苹方-简" panose="020B0400000000000000" pitchFamily="34" charset="-122"/>
                  <a:cs typeface="+mn-cs"/>
                </a:rPr>
                <a:t>优化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994611" y="852219"/>
              <a:ext cx="969657" cy="544438"/>
            </a:xfrm>
            <a:custGeom>
              <a:avLst/>
              <a:gdLst>
                <a:gd name="connsiteX0" fmla="*/ 142697 w 969657"/>
                <a:gd name="connsiteY0" fmla="*/ 0 h 544438"/>
                <a:gd name="connsiteX1" fmla="*/ 969657 w 969657"/>
                <a:gd name="connsiteY1" fmla="*/ 0 h 544438"/>
                <a:gd name="connsiteX2" fmla="*/ 969657 w 969657"/>
                <a:gd name="connsiteY2" fmla="*/ 544438 h 544438"/>
                <a:gd name="connsiteX3" fmla="*/ 142697 w 969657"/>
                <a:gd name="connsiteY3" fmla="*/ 544438 h 544438"/>
                <a:gd name="connsiteX4" fmla="*/ 0 w 969657"/>
                <a:gd name="connsiteY4" fmla="*/ 401741 h 544438"/>
                <a:gd name="connsiteX5" fmla="*/ 0 w 969657"/>
                <a:gd name="connsiteY5" fmla="*/ 142697 h 544438"/>
                <a:gd name="connsiteX6" fmla="*/ 142697 w 969657"/>
                <a:gd name="connsiteY6" fmla="*/ 0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9657" h="544438">
                  <a:moveTo>
                    <a:pt x="142697" y="0"/>
                  </a:moveTo>
                  <a:lnTo>
                    <a:pt x="969657" y="0"/>
                  </a:lnTo>
                  <a:lnTo>
                    <a:pt x="969657" y="544438"/>
                  </a:lnTo>
                  <a:lnTo>
                    <a:pt x="142697" y="544438"/>
                  </a:lnTo>
                  <a:cubicBezTo>
                    <a:pt x="63888" y="544438"/>
                    <a:pt x="0" y="480550"/>
                    <a:pt x="0" y="401741"/>
                  </a:cubicBezTo>
                  <a:lnTo>
                    <a:pt x="0" y="142697"/>
                  </a:lnTo>
                  <a:cubicBezTo>
                    <a:pt x="0" y="63888"/>
                    <a:pt x="63888" y="0"/>
                    <a:pt x="14269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SF Pro Display" pitchFamily="50" charset="0"/>
                  <a:ea typeface="SF Pro Display" pitchFamily="50" charset="0"/>
                  <a:cs typeface="SF Pro Display" pitchFamily="50" charset="0"/>
                </a:rPr>
                <a:t>IV</a:t>
              </a: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10227733" y="852219"/>
              <a:ext cx="969656" cy="544438"/>
            </a:xfrm>
            <a:custGeom>
              <a:avLst/>
              <a:gdLst>
                <a:gd name="connsiteX0" fmla="*/ 0 w 969656"/>
                <a:gd name="connsiteY0" fmla="*/ 0 h 544438"/>
                <a:gd name="connsiteX1" fmla="*/ 826959 w 969656"/>
                <a:gd name="connsiteY1" fmla="*/ 0 h 544438"/>
                <a:gd name="connsiteX2" fmla="*/ 969656 w 969656"/>
                <a:gd name="connsiteY2" fmla="*/ 142697 h 544438"/>
                <a:gd name="connsiteX3" fmla="*/ 969656 w 969656"/>
                <a:gd name="connsiteY3" fmla="*/ 401741 h 544438"/>
                <a:gd name="connsiteX4" fmla="*/ 826959 w 969656"/>
                <a:gd name="connsiteY4" fmla="*/ 544438 h 544438"/>
                <a:gd name="connsiteX5" fmla="*/ 0 w 969656"/>
                <a:gd name="connsiteY5" fmla="*/ 544438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9656" h="544438">
                  <a:moveTo>
                    <a:pt x="0" y="0"/>
                  </a:moveTo>
                  <a:lnTo>
                    <a:pt x="826959" y="0"/>
                  </a:lnTo>
                  <a:cubicBezTo>
                    <a:pt x="905768" y="0"/>
                    <a:pt x="969656" y="63888"/>
                    <a:pt x="969656" y="142697"/>
                  </a:cubicBezTo>
                  <a:lnTo>
                    <a:pt x="969656" y="401741"/>
                  </a:lnTo>
                  <a:cubicBezTo>
                    <a:pt x="969656" y="480550"/>
                    <a:pt x="905768" y="544438"/>
                    <a:pt x="826959" y="544438"/>
                  </a:cubicBezTo>
                  <a:lnTo>
                    <a:pt x="0" y="544438"/>
                  </a:lnTo>
                  <a:close/>
                </a:path>
              </a:pathLst>
            </a:custGeom>
            <a:solidFill>
              <a:srgbClr val="1851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3" name="图形 2">
            <a:extLst>
              <a:ext uri="{FF2B5EF4-FFF2-40B4-BE49-F238E27FC236}">
                <a16:creationId xmlns:a16="http://schemas.microsoft.com/office/drawing/2014/main" id="{3DF2C75F-3A9D-6B1F-07DD-889DC5362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1576" y="667028"/>
            <a:ext cx="423240" cy="4053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D830E7F-B279-9B49-DD16-C18565F06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759" y="1733535"/>
            <a:ext cx="5420481" cy="317226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E1DFB29-1B2A-9138-B90E-08D479241B14}"/>
              </a:ext>
            </a:extLst>
          </p:cNvPr>
          <p:cNvSpPr txBox="1"/>
          <p:nvPr/>
        </p:nvSpPr>
        <p:spPr>
          <a:xfrm>
            <a:off x="5694186" y="4741327"/>
            <a:ext cx="1107996" cy="11073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6000" dirty="0">
                <a:latin typeface="SF Pro Display" panose="00000500000000000000" pitchFamily="50" charset="0"/>
              </a:rPr>
              <a:t>…</a:t>
            </a:r>
            <a:endParaRPr lang="zh-CN" altLang="en-US" sz="1600" dirty="0">
              <a:latin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823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929</Words>
  <Application>Microsoft Office PowerPoint</Application>
  <PresentationFormat>宽屏</PresentationFormat>
  <Paragraphs>32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.苹方-简</vt:lpstr>
      <vt:lpstr>Segoe WPC</vt:lpstr>
      <vt:lpstr>等线</vt:lpstr>
      <vt:lpstr>等线 Light</vt:lpstr>
      <vt:lpstr>方正粗黑宋简体</vt:lpstr>
      <vt:lpstr>苹方-简</vt:lpstr>
      <vt:lpstr>Arial</vt:lpstr>
      <vt:lpstr>Calibri</vt:lpstr>
      <vt:lpstr>SF Pro Display</vt:lpstr>
      <vt:lpstr>Office 主题​​</vt:lpstr>
      <vt:lpstr>1_Office 主题​​</vt:lpstr>
      <vt:lpstr>MeSec-一个“可逆”的视频打码工具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昕哲 慕</dc:creator>
  <cp:lastModifiedBy>昕哲 慕</cp:lastModifiedBy>
  <cp:revision>143</cp:revision>
  <dcterms:created xsi:type="dcterms:W3CDTF">2025-10-24T05:03:17Z</dcterms:created>
  <dcterms:modified xsi:type="dcterms:W3CDTF">2025-10-24T06:42:08Z</dcterms:modified>
</cp:coreProperties>
</file>